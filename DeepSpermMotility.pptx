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538" r:id="rId2"/>
    <p:sldId id="259" r:id="rId3"/>
    <p:sldId id="377" r:id="rId4"/>
    <p:sldId id="584" r:id="rId5"/>
    <p:sldId id="553" r:id="rId6"/>
    <p:sldId id="582" r:id="rId7"/>
    <p:sldId id="557" r:id="rId8"/>
    <p:sldId id="583" r:id="rId9"/>
    <p:sldId id="574" r:id="rId10"/>
    <p:sldId id="575" r:id="rId11"/>
    <p:sldId id="576" r:id="rId12"/>
    <p:sldId id="577" r:id="rId13"/>
    <p:sldId id="578" r:id="rId14"/>
    <p:sldId id="566" r:id="rId15"/>
    <p:sldId id="580" r:id="rId16"/>
    <p:sldId id="581" r:id="rId17"/>
    <p:sldId id="453" r:id="rId18"/>
    <p:sldId id="579" r:id="rId19"/>
    <p:sldId id="533" r:id="rId20"/>
    <p:sldId id="412" r:id="rId21"/>
  </p:sldIdLst>
  <p:sldSz cx="24387175" cy="13716000"/>
  <p:notesSz cx="6858000" cy="9144000"/>
  <p:defaultTextStyle>
    <a:defPPr>
      <a:defRPr lang="en-US"/>
    </a:defPPr>
    <a:lvl1pPr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1217613" indent="-760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2436813" indent="-1522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3656013" indent="-2284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4873625" indent="-3046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48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48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48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4800"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0A90DCCC-A299-4B26-8829-DA85FDFA0D4F}">
          <p14:sldIdLst>
            <p14:sldId id="538"/>
            <p14:sldId id="259"/>
            <p14:sldId id="377"/>
            <p14:sldId id="584"/>
            <p14:sldId id="553"/>
            <p14:sldId id="582"/>
            <p14:sldId id="557"/>
            <p14:sldId id="583"/>
            <p14:sldId id="574"/>
            <p14:sldId id="575"/>
            <p14:sldId id="576"/>
            <p14:sldId id="577"/>
            <p14:sldId id="578"/>
            <p14:sldId id="566"/>
            <p14:sldId id="580"/>
            <p14:sldId id="581"/>
            <p14:sldId id="453"/>
            <p14:sldId id="579"/>
            <p14:sldId id="533"/>
            <p14:sldId id="4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144">
          <p15:clr>
            <a:srgbClr val="A4A3A4"/>
          </p15:clr>
        </p15:guide>
        <p15:guide id="2" orient="horz" pos="499">
          <p15:clr>
            <a:srgbClr val="A4A3A4"/>
          </p15:clr>
        </p15:guide>
        <p15:guide id="3" pos="14278">
          <p15:clr>
            <a:srgbClr val="A4A3A4"/>
          </p15:clr>
        </p15:guide>
        <p15:guide id="4" pos="7681">
          <p15:clr>
            <a:srgbClr val="A4A3A4"/>
          </p15:clr>
        </p15:guide>
        <p15:guide id="5" pos="108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EEA"/>
    <a:srgbClr val="D53044"/>
    <a:srgbClr val="D12B2E"/>
    <a:srgbClr val="2F3A49"/>
    <a:srgbClr val="4A5B74"/>
    <a:srgbClr val="3A3B39"/>
    <a:srgbClr val="191F29"/>
    <a:srgbClr val="252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677" y="58"/>
      </p:cViewPr>
      <p:guideLst>
        <p:guide orient="horz" pos="8144"/>
        <p:guide orient="horz" pos="499"/>
        <p:guide pos="14278"/>
        <p:guide pos="7681"/>
        <p:guide pos="108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5" d="100"/>
        <a:sy n="3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71F038-7387-42A7-9C73-98523504FA19}" type="doc">
      <dgm:prSet loTypeId="urn:microsoft.com/office/officeart/2005/8/layout/radial6" loCatId="cycle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DF8CBAF1-3BFF-4852-80B5-459B3901D154}">
      <dgm:prSet phldrT="[Texto]"/>
      <dgm:spPr/>
      <dgm:t>
        <a:bodyPr/>
        <a:lstStyle/>
        <a:p>
          <a:r>
            <a:rPr lang="es-ES" dirty="0" err="1"/>
            <a:t>DeepSpermMotility</a:t>
          </a:r>
          <a:endParaRPr lang="es-ES" dirty="0"/>
        </a:p>
      </dgm:t>
    </dgm:pt>
    <dgm:pt modelId="{AD000ADE-0A27-428C-8E59-244844F4105E}" type="parTrans" cxnId="{88F69534-55C5-4E41-B439-C58A0AC27E4D}">
      <dgm:prSet/>
      <dgm:spPr/>
      <dgm:t>
        <a:bodyPr/>
        <a:lstStyle/>
        <a:p>
          <a:endParaRPr lang="es-ES"/>
        </a:p>
      </dgm:t>
    </dgm:pt>
    <dgm:pt modelId="{8EF1CD12-4BCF-472A-83F4-2E4302F21983}" type="sibTrans" cxnId="{88F69534-55C5-4E41-B439-C58A0AC27E4D}">
      <dgm:prSet/>
      <dgm:spPr/>
      <dgm:t>
        <a:bodyPr/>
        <a:lstStyle/>
        <a:p>
          <a:endParaRPr lang="es-ES"/>
        </a:p>
      </dgm:t>
    </dgm:pt>
    <dgm:pt modelId="{75D167B9-94CD-42A9-91AE-7BD03B604D43}">
      <dgm:prSet phldrT="[Texto]"/>
      <dgm:spPr/>
      <dgm:t>
        <a:bodyPr/>
        <a:lstStyle/>
        <a:p>
          <a:r>
            <a:rPr lang="es-ES" dirty="0"/>
            <a:t>Detección</a:t>
          </a:r>
        </a:p>
      </dgm:t>
    </dgm:pt>
    <dgm:pt modelId="{C5330F7D-9829-48B4-93FA-A5A4E1F705B3}" type="parTrans" cxnId="{D6295A9C-2620-4E66-B271-021966C131DC}">
      <dgm:prSet/>
      <dgm:spPr/>
      <dgm:t>
        <a:bodyPr/>
        <a:lstStyle/>
        <a:p>
          <a:endParaRPr lang="es-ES"/>
        </a:p>
      </dgm:t>
    </dgm:pt>
    <dgm:pt modelId="{A2818A3D-6B02-4039-8C82-6F976E18FD6A}" type="sibTrans" cxnId="{D6295A9C-2620-4E66-B271-021966C131DC}">
      <dgm:prSet/>
      <dgm:spPr/>
      <dgm:t>
        <a:bodyPr/>
        <a:lstStyle/>
        <a:p>
          <a:endParaRPr lang="es-ES"/>
        </a:p>
      </dgm:t>
    </dgm:pt>
    <dgm:pt modelId="{63DF4497-7361-4079-8C18-ACFE887E00CE}">
      <dgm:prSet phldrT="[Texto]"/>
      <dgm:spPr/>
      <dgm:t>
        <a:bodyPr/>
        <a:lstStyle/>
        <a:p>
          <a:r>
            <a:rPr lang="es-ES" dirty="0"/>
            <a:t>Tracking</a:t>
          </a:r>
        </a:p>
      </dgm:t>
    </dgm:pt>
    <dgm:pt modelId="{F92C2172-3DD5-4970-9FB6-374E4F768491}" type="parTrans" cxnId="{434A8681-A3BF-4591-884E-2E252D4BD29B}">
      <dgm:prSet/>
      <dgm:spPr/>
      <dgm:t>
        <a:bodyPr/>
        <a:lstStyle/>
        <a:p>
          <a:endParaRPr lang="es-ES"/>
        </a:p>
      </dgm:t>
    </dgm:pt>
    <dgm:pt modelId="{080B6727-C0CB-42F4-B771-D1CA99A46392}" type="sibTrans" cxnId="{434A8681-A3BF-4591-884E-2E252D4BD29B}">
      <dgm:prSet/>
      <dgm:spPr/>
      <dgm:t>
        <a:bodyPr/>
        <a:lstStyle/>
        <a:p>
          <a:endParaRPr lang="es-ES"/>
        </a:p>
      </dgm:t>
    </dgm:pt>
    <dgm:pt modelId="{5B1C917E-5B75-462F-BA7D-65D1679D749D}">
      <dgm:prSet phldrT="[Texto]"/>
      <dgm:spPr/>
      <dgm:t>
        <a:bodyPr/>
        <a:lstStyle/>
        <a:p>
          <a:r>
            <a:rPr lang="es-ES" dirty="0" err="1"/>
            <a:t>Features</a:t>
          </a:r>
          <a:endParaRPr lang="es-ES" dirty="0"/>
        </a:p>
      </dgm:t>
    </dgm:pt>
    <dgm:pt modelId="{9740D39F-3748-4CF2-9015-F03205747529}" type="parTrans" cxnId="{A3A7EA67-571F-4FA4-8DD3-031C76979B4D}">
      <dgm:prSet/>
      <dgm:spPr/>
      <dgm:t>
        <a:bodyPr/>
        <a:lstStyle/>
        <a:p>
          <a:endParaRPr lang="es-ES"/>
        </a:p>
      </dgm:t>
    </dgm:pt>
    <dgm:pt modelId="{9235DB51-62A1-485A-8919-7A5A4E6D7928}" type="sibTrans" cxnId="{A3A7EA67-571F-4FA4-8DD3-031C76979B4D}">
      <dgm:prSet/>
      <dgm:spPr/>
      <dgm:t>
        <a:bodyPr/>
        <a:lstStyle/>
        <a:p>
          <a:endParaRPr lang="es-ES"/>
        </a:p>
      </dgm:t>
    </dgm:pt>
    <dgm:pt modelId="{C31A76A7-9D51-4C7D-BED3-B2030F0622E0}">
      <dgm:prSet phldrT="[Texto]"/>
      <dgm:spPr/>
      <dgm:t>
        <a:bodyPr/>
        <a:lstStyle/>
        <a:p>
          <a:r>
            <a:rPr lang="es-ES" dirty="0"/>
            <a:t>Clasificación</a:t>
          </a:r>
        </a:p>
      </dgm:t>
    </dgm:pt>
    <dgm:pt modelId="{CBD6AB06-515E-4AE6-9A09-6A8E7A8065E2}" type="parTrans" cxnId="{75988A6A-7325-4DFB-A162-A6656AFAC4D6}">
      <dgm:prSet/>
      <dgm:spPr/>
      <dgm:t>
        <a:bodyPr/>
        <a:lstStyle/>
        <a:p>
          <a:endParaRPr lang="es-ES"/>
        </a:p>
      </dgm:t>
    </dgm:pt>
    <dgm:pt modelId="{5629E2BA-7B08-4625-9D30-A1E706BC9471}" type="sibTrans" cxnId="{75988A6A-7325-4DFB-A162-A6656AFAC4D6}">
      <dgm:prSet/>
      <dgm:spPr/>
      <dgm:t>
        <a:bodyPr/>
        <a:lstStyle/>
        <a:p>
          <a:endParaRPr lang="es-ES"/>
        </a:p>
      </dgm:t>
    </dgm:pt>
    <dgm:pt modelId="{C2C29AD3-6AD4-43CF-8190-C89F768AA7B9}" type="pres">
      <dgm:prSet presAssocID="{E671F038-7387-42A7-9C73-98523504FA1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1C88B9B-632C-4F09-BC35-6842CCCF9CD5}" type="pres">
      <dgm:prSet presAssocID="{DF8CBAF1-3BFF-4852-80B5-459B3901D154}" presName="centerShape" presStyleLbl="node0" presStyleIdx="0" presStyleCnt="1"/>
      <dgm:spPr/>
    </dgm:pt>
    <dgm:pt modelId="{EB1B6C27-2E58-4920-AAAB-2FAC1DDC2644}" type="pres">
      <dgm:prSet presAssocID="{75D167B9-94CD-42A9-91AE-7BD03B604D43}" presName="node" presStyleLbl="node1" presStyleIdx="0" presStyleCnt="4" custRadScaleRad="100121">
        <dgm:presLayoutVars>
          <dgm:bulletEnabled val="1"/>
        </dgm:presLayoutVars>
      </dgm:prSet>
      <dgm:spPr/>
    </dgm:pt>
    <dgm:pt modelId="{25507CF3-578D-49DB-B498-07F53A5C3C5A}" type="pres">
      <dgm:prSet presAssocID="{75D167B9-94CD-42A9-91AE-7BD03B604D43}" presName="dummy" presStyleCnt="0"/>
      <dgm:spPr/>
    </dgm:pt>
    <dgm:pt modelId="{1E8FAE43-15A0-4CC7-979A-F2950F4724B7}" type="pres">
      <dgm:prSet presAssocID="{A2818A3D-6B02-4039-8C82-6F976E18FD6A}" presName="sibTrans" presStyleLbl="sibTrans2D1" presStyleIdx="0" presStyleCnt="4"/>
      <dgm:spPr/>
    </dgm:pt>
    <dgm:pt modelId="{379EA130-4FF8-4515-B7AA-E48E3951DC20}" type="pres">
      <dgm:prSet presAssocID="{63DF4497-7361-4079-8C18-ACFE887E00CE}" presName="node" presStyleLbl="node1" presStyleIdx="1" presStyleCnt="4">
        <dgm:presLayoutVars>
          <dgm:bulletEnabled val="1"/>
        </dgm:presLayoutVars>
      </dgm:prSet>
      <dgm:spPr/>
    </dgm:pt>
    <dgm:pt modelId="{8D70B6B0-8AF5-45E1-8BC1-E88B81C2FFD1}" type="pres">
      <dgm:prSet presAssocID="{63DF4497-7361-4079-8C18-ACFE887E00CE}" presName="dummy" presStyleCnt="0"/>
      <dgm:spPr/>
    </dgm:pt>
    <dgm:pt modelId="{F10CB190-A0FB-42BC-A003-0C380DE3BFCF}" type="pres">
      <dgm:prSet presAssocID="{080B6727-C0CB-42F4-B771-D1CA99A46392}" presName="sibTrans" presStyleLbl="sibTrans2D1" presStyleIdx="1" presStyleCnt="4"/>
      <dgm:spPr/>
    </dgm:pt>
    <dgm:pt modelId="{CB29C448-0202-4FB3-8A99-D8AB797C5703}" type="pres">
      <dgm:prSet presAssocID="{5B1C917E-5B75-462F-BA7D-65D1679D749D}" presName="node" presStyleLbl="node1" presStyleIdx="2" presStyleCnt="4">
        <dgm:presLayoutVars>
          <dgm:bulletEnabled val="1"/>
        </dgm:presLayoutVars>
      </dgm:prSet>
      <dgm:spPr/>
    </dgm:pt>
    <dgm:pt modelId="{28F82C17-A25E-4C85-9938-8071460ED39F}" type="pres">
      <dgm:prSet presAssocID="{5B1C917E-5B75-462F-BA7D-65D1679D749D}" presName="dummy" presStyleCnt="0"/>
      <dgm:spPr/>
    </dgm:pt>
    <dgm:pt modelId="{32E92FAB-AA2F-49B2-9CCA-E832DAFEF3B5}" type="pres">
      <dgm:prSet presAssocID="{9235DB51-62A1-485A-8919-7A5A4E6D7928}" presName="sibTrans" presStyleLbl="sibTrans2D1" presStyleIdx="2" presStyleCnt="4"/>
      <dgm:spPr/>
    </dgm:pt>
    <dgm:pt modelId="{B36C4202-88D5-4A2C-9C1D-B293E955F2E6}" type="pres">
      <dgm:prSet presAssocID="{C31A76A7-9D51-4C7D-BED3-B2030F0622E0}" presName="node" presStyleLbl="node1" presStyleIdx="3" presStyleCnt="4">
        <dgm:presLayoutVars>
          <dgm:bulletEnabled val="1"/>
        </dgm:presLayoutVars>
      </dgm:prSet>
      <dgm:spPr/>
    </dgm:pt>
    <dgm:pt modelId="{0261F7F3-9B24-4135-8E9F-0CEEDEABE885}" type="pres">
      <dgm:prSet presAssocID="{C31A76A7-9D51-4C7D-BED3-B2030F0622E0}" presName="dummy" presStyleCnt="0"/>
      <dgm:spPr/>
    </dgm:pt>
    <dgm:pt modelId="{5C694EA9-559C-4A5A-8561-A1DA69B8578E}" type="pres">
      <dgm:prSet presAssocID="{5629E2BA-7B08-4625-9D30-A1E706BC9471}" presName="sibTrans" presStyleLbl="sibTrans2D1" presStyleIdx="3" presStyleCnt="4"/>
      <dgm:spPr/>
    </dgm:pt>
  </dgm:ptLst>
  <dgm:cxnLst>
    <dgm:cxn modelId="{88F69534-55C5-4E41-B439-C58A0AC27E4D}" srcId="{E671F038-7387-42A7-9C73-98523504FA19}" destId="{DF8CBAF1-3BFF-4852-80B5-459B3901D154}" srcOrd="0" destOrd="0" parTransId="{AD000ADE-0A27-428C-8E59-244844F4105E}" sibTransId="{8EF1CD12-4BCF-472A-83F4-2E4302F21983}"/>
    <dgm:cxn modelId="{24E4333C-BC88-4CB0-8DD9-3228B20DBFC9}" type="presOf" srcId="{63DF4497-7361-4079-8C18-ACFE887E00CE}" destId="{379EA130-4FF8-4515-B7AA-E48E3951DC20}" srcOrd="0" destOrd="0" presId="urn:microsoft.com/office/officeart/2005/8/layout/radial6"/>
    <dgm:cxn modelId="{90B38C3E-433E-4CBE-858C-C174F2CE8150}" type="presOf" srcId="{A2818A3D-6B02-4039-8C82-6F976E18FD6A}" destId="{1E8FAE43-15A0-4CC7-979A-F2950F4724B7}" srcOrd="0" destOrd="0" presId="urn:microsoft.com/office/officeart/2005/8/layout/radial6"/>
    <dgm:cxn modelId="{9E85E263-6C2D-4697-8E55-44BFCCF96BF9}" type="presOf" srcId="{E671F038-7387-42A7-9C73-98523504FA19}" destId="{C2C29AD3-6AD4-43CF-8190-C89F768AA7B9}" srcOrd="0" destOrd="0" presId="urn:microsoft.com/office/officeart/2005/8/layout/radial6"/>
    <dgm:cxn modelId="{1B91EC46-9343-409F-94C3-D8D6BED456E9}" type="presOf" srcId="{5B1C917E-5B75-462F-BA7D-65D1679D749D}" destId="{CB29C448-0202-4FB3-8A99-D8AB797C5703}" srcOrd="0" destOrd="0" presId="urn:microsoft.com/office/officeart/2005/8/layout/radial6"/>
    <dgm:cxn modelId="{A3A7EA67-571F-4FA4-8DD3-031C76979B4D}" srcId="{DF8CBAF1-3BFF-4852-80B5-459B3901D154}" destId="{5B1C917E-5B75-462F-BA7D-65D1679D749D}" srcOrd="2" destOrd="0" parTransId="{9740D39F-3748-4CF2-9015-F03205747529}" sibTransId="{9235DB51-62A1-485A-8919-7A5A4E6D7928}"/>
    <dgm:cxn modelId="{75988A6A-7325-4DFB-A162-A6656AFAC4D6}" srcId="{DF8CBAF1-3BFF-4852-80B5-459B3901D154}" destId="{C31A76A7-9D51-4C7D-BED3-B2030F0622E0}" srcOrd="3" destOrd="0" parTransId="{CBD6AB06-515E-4AE6-9A09-6A8E7A8065E2}" sibTransId="{5629E2BA-7B08-4625-9D30-A1E706BC9471}"/>
    <dgm:cxn modelId="{434A8681-A3BF-4591-884E-2E252D4BD29B}" srcId="{DF8CBAF1-3BFF-4852-80B5-459B3901D154}" destId="{63DF4497-7361-4079-8C18-ACFE887E00CE}" srcOrd="1" destOrd="0" parTransId="{F92C2172-3DD5-4970-9FB6-374E4F768491}" sibTransId="{080B6727-C0CB-42F4-B771-D1CA99A46392}"/>
    <dgm:cxn modelId="{1C841A84-5C35-413C-A2E6-1BCC94EFCCDC}" type="presOf" srcId="{75D167B9-94CD-42A9-91AE-7BD03B604D43}" destId="{EB1B6C27-2E58-4920-AAAB-2FAC1DDC2644}" srcOrd="0" destOrd="0" presId="urn:microsoft.com/office/officeart/2005/8/layout/radial6"/>
    <dgm:cxn modelId="{13600387-BC9F-4779-B8D7-92D5A268BE24}" type="presOf" srcId="{5629E2BA-7B08-4625-9D30-A1E706BC9471}" destId="{5C694EA9-559C-4A5A-8561-A1DA69B8578E}" srcOrd="0" destOrd="0" presId="urn:microsoft.com/office/officeart/2005/8/layout/radial6"/>
    <dgm:cxn modelId="{3AB52596-9D85-4E34-BCBD-A1BE2018452F}" type="presOf" srcId="{C31A76A7-9D51-4C7D-BED3-B2030F0622E0}" destId="{B36C4202-88D5-4A2C-9C1D-B293E955F2E6}" srcOrd="0" destOrd="0" presId="urn:microsoft.com/office/officeart/2005/8/layout/radial6"/>
    <dgm:cxn modelId="{D6295A9C-2620-4E66-B271-021966C131DC}" srcId="{DF8CBAF1-3BFF-4852-80B5-459B3901D154}" destId="{75D167B9-94CD-42A9-91AE-7BD03B604D43}" srcOrd="0" destOrd="0" parTransId="{C5330F7D-9829-48B4-93FA-A5A4E1F705B3}" sibTransId="{A2818A3D-6B02-4039-8C82-6F976E18FD6A}"/>
    <dgm:cxn modelId="{A30C53E3-8441-446B-ABB1-8DEACEAC55DA}" type="presOf" srcId="{DF8CBAF1-3BFF-4852-80B5-459B3901D154}" destId="{61C88B9B-632C-4F09-BC35-6842CCCF9CD5}" srcOrd="0" destOrd="0" presId="urn:microsoft.com/office/officeart/2005/8/layout/radial6"/>
    <dgm:cxn modelId="{284E58E4-CDC7-4D30-9FE2-DAD25A9C67D8}" type="presOf" srcId="{9235DB51-62A1-485A-8919-7A5A4E6D7928}" destId="{32E92FAB-AA2F-49B2-9CCA-E832DAFEF3B5}" srcOrd="0" destOrd="0" presId="urn:microsoft.com/office/officeart/2005/8/layout/radial6"/>
    <dgm:cxn modelId="{648D39F8-5338-4177-86C7-2016DF4E4200}" type="presOf" srcId="{080B6727-C0CB-42F4-B771-D1CA99A46392}" destId="{F10CB190-A0FB-42BC-A003-0C380DE3BFCF}" srcOrd="0" destOrd="0" presId="urn:microsoft.com/office/officeart/2005/8/layout/radial6"/>
    <dgm:cxn modelId="{226AFAA4-D54C-46A5-8D04-D7C41BEE2198}" type="presParOf" srcId="{C2C29AD3-6AD4-43CF-8190-C89F768AA7B9}" destId="{61C88B9B-632C-4F09-BC35-6842CCCF9CD5}" srcOrd="0" destOrd="0" presId="urn:microsoft.com/office/officeart/2005/8/layout/radial6"/>
    <dgm:cxn modelId="{250E6357-ED22-4E9F-9CE5-C440A4CC8E1A}" type="presParOf" srcId="{C2C29AD3-6AD4-43CF-8190-C89F768AA7B9}" destId="{EB1B6C27-2E58-4920-AAAB-2FAC1DDC2644}" srcOrd="1" destOrd="0" presId="urn:microsoft.com/office/officeart/2005/8/layout/radial6"/>
    <dgm:cxn modelId="{1ED11067-9A22-4149-83CF-8BAEB0813949}" type="presParOf" srcId="{C2C29AD3-6AD4-43CF-8190-C89F768AA7B9}" destId="{25507CF3-578D-49DB-B498-07F53A5C3C5A}" srcOrd="2" destOrd="0" presId="urn:microsoft.com/office/officeart/2005/8/layout/radial6"/>
    <dgm:cxn modelId="{E01C960B-5D7B-45F5-853F-7CA3C9835B60}" type="presParOf" srcId="{C2C29AD3-6AD4-43CF-8190-C89F768AA7B9}" destId="{1E8FAE43-15A0-4CC7-979A-F2950F4724B7}" srcOrd="3" destOrd="0" presId="urn:microsoft.com/office/officeart/2005/8/layout/radial6"/>
    <dgm:cxn modelId="{C22BAF7B-BCFF-467A-A22B-BC1C7AD4C84B}" type="presParOf" srcId="{C2C29AD3-6AD4-43CF-8190-C89F768AA7B9}" destId="{379EA130-4FF8-4515-B7AA-E48E3951DC20}" srcOrd="4" destOrd="0" presId="urn:microsoft.com/office/officeart/2005/8/layout/radial6"/>
    <dgm:cxn modelId="{EC2B7C2B-8521-4859-A201-1489F4C984C5}" type="presParOf" srcId="{C2C29AD3-6AD4-43CF-8190-C89F768AA7B9}" destId="{8D70B6B0-8AF5-45E1-8BC1-E88B81C2FFD1}" srcOrd="5" destOrd="0" presId="urn:microsoft.com/office/officeart/2005/8/layout/radial6"/>
    <dgm:cxn modelId="{F0973555-0013-4628-A89D-8558E7505796}" type="presParOf" srcId="{C2C29AD3-6AD4-43CF-8190-C89F768AA7B9}" destId="{F10CB190-A0FB-42BC-A003-0C380DE3BFCF}" srcOrd="6" destOrd="0" presId="urn:microsoft.com/office/officeart/2005/8/layout/radial6"/>
    <dgm:cxn modelId="{E376A1CC-842E-4497-937C-52402FF7B2DD}" type="presParOf" srcId="{C2C29AD3-6AD4-43CF-8190-C89F768AA7B9}" destId="{CB29C448-0202-4FB3-8A99-D8AB797C5703}" srcOrd="7" destOrd="0" presId="urn:microsoft.com/office/officeart/2005/8/layout/radial6"/>
    <dgm:cxn modelId="{A3300703-DD1F-438E-899B-DCB27A8010AE}" type="presParOf" srcId="{C2C29AD3-6AD4-43CF-8190-C89F768AA7B9}" destId="{28F82C17-A25E-4C85-9938-8071460ED39F}" srcOrd="8" destOrd="0" presId="urn:microsoft.com/office/officeart/2005/8/layout/radial6"/>
    <dgm:cxn modelId="{729D3577-22CA-48F7-8FBB-1E53BDF1CCA8}" type="presParOf" srcId="{C2C29AD3-6AD4-43CF-8190-C89F768AA7B9}" destId="{32E92FAB-AA2F-49B2-9CCA-E832DAFEF3B5}" srcOrd="9" destOrd="0" presId="urn:microsoft.com/office/officeart/2005/8/layout/radial6"/>
    <dgm:cxn modelId="{E6B3E6ED-CA79-4EA6-BE29-1E5824059AEC}" type="presParOf" srcId="{C2C29AD3-6AD4-43CF-8190-C89F768AA7B9}" destId="{B36C4202-88D5-4A2C-9C1D-B293E955F2E6}" srcOrd="10" destOrd="0" presId="urn:microsoft.com/office/officeart/2005/8/layout/radial6"/>
    <dgm:cxn modelId="{DE074FF9-0817-43BB-A498-A06813CFF641}" type="presParOf" srcId="{C2C29AD3-6AD4-43CF-8190-C89F768AA7B9}" destId="{0261F7F3-9B24-4135-8E9F-0CEEDEABE885}" srcOrd="11" destOrd="0" presId="urn:microsoft.com/office/officeart/2005/8/layout/radial6"/>
    <dgm:cxn modelId="{6DE4F0B8-7268-4C1A-821E-7937A0F75150}" type="presParOf" srcId="{C2C29AD3-6AD4-43CF-8190-C89F768AA7B9}" destId="{5C694EA9-559C-4A5A-8561-A1DA69B8578E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694EA9-559C-4A5A-8561-A1DA69B8578E}">
      <dsp:nvSpPr>
        <dsp:cNvPr id="0" name=""/>
        <dsp:cNvSpPr/>
      </dsp:nvSpPr>
      <dsp:spPr>
        <a:xfrm>
          <a:off x="3935100" y="1088275"/>
          <a:ext cx="7277767" cy="7277767"/>
        </a:xfrm>
        <a:prstGeom prst="blockArc">
          <a:avLst>
            <a:gd name="adj1" fmla="val 10796216"/>
            <a:gd name="adj2" fmla="val 16200002"/>
            <a:gd name="adj3" fmla="val 4641"/>
          </a:avLst>
        </a:prstGeom>
        <a:solidFill>
          <a:schemeClr val="accent3">
            <a:hueOff val="12254888"/>
            <a:satOff val="-67175"/>
            <a:lumOff val="-1373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2E92FAB-AA2F-49B2-9CCA-E832DAFEF3B5}">
      <dsp:nvSpPr>
        <dsp:cNvPr id="0" name=""/>
        <dsp:cNvSpPr/>
      </dsp:nvSpPr>
      <dsp:spPr>
        <a:xfrm>
          <a:off x="3935102" y="1092187"/>
          <a:ext cx="7277767" cy="7277767"/>
        </a:xfrm>
        <a:prstGeom prst="blockArc">
          <a:avLst>
            <a:gd name="adj1" fmla="val 5400000"/>
            <a:gd name="adj2" fmla="val 10800000"/>
            <a:gd name="adj3" fmla="val 4641"/>
          </a:avLst>
        </a:prstGeom>
        <a:solidFill>
          <a:schemeClr val="accent3">
            <a:hueOff val="8169926"/>
            <a:satOff val="-44783"/>
            <a:lumOff val="-915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10CB190-A0FB-42BC-A003-0C380DE3BFCF}">
      <dsp:nvSpPr>
        <dsp:cNvPr id="0" name=""/>
        <dsp:cNvSpPr/>
      </dsp:nvSpPr>
      <dsp:spPr>
        <a:xfrm>
          <a:off x="3935102" y="1092187"/>
          <a:ext cx="7277767" cy="7277767"/>
        </a:xfrm>
        <a:prstGeom prst="blockArc">
          <a:avLst>
            <a:gd name="adj1" fmla="val 0"/>
            <a:gd name="adj2" fmla="val 5400000"/>
            <a:gd name="adj3" fmla="val 4641"/>
          </a:avLst>
        </a:prstGeom>
        <a:solidFill>
          <a:schemeClr val="accent3">
            <a:hueOff val="4084963"/>
            <a:satOff val="-22392"/>
            <a:lumOff val="-458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8FAE43-15A0-4CC7-979A-F2950F4724B7}">
      <dsp:nvSpPr>
        <dsp:cNvPr id="0" name=""/>
        <dsp:cNvSpPr/>
      </dsp:nvSpPr>
      <dsp:spPr>
        <a:xfrm>
          <a:off x="3935104" y="1088275"/>
          <a:ext cx="7277767" cy="7277767"/>
        </a:xfrm>
        <a:prstGeom prst="blockArc">
          <a:avLst>
            <a:gd name="adj1" fmla="val 16199998"/>
            <a:gd name="adj2" fmla="val 3784"/>
            <a:gd name="adj3" fmla="val 4641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1C88B9B-632C-4F09-BC35-6842CCCF9CD5}">
      <dsp:nvSpPr>
        <dsp:cNvPr id="0" name=""/>
        <dsp:cNvSpPr/>
      </dsp:nvSpPr>
      <dsp:spPr>
        <a:xfrm>
          <a:off x="5898685" y="3055770"/>
          <a:ext cx="3350601" cy="335060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 dirty="0" err="1"/>
            <a:t>DeepSpermMotility</a:t>
          </a:r>
          <a:endParaRPr lang="es-ES" sz="2200" kern="1200" dirty="0"/>
        </a:p>
      </dsp:txBody>
      <dsp:txXfrm>
        <a:off x="6389369" y="3546454"/>
        <a:ext cx="2369233" cy="2369233"/>
      </dsp:txXfrm>
    </dsp:sp>
    <dsp:sp modelId="{EB1B6C27-2E58-4920-AAAB-2FAC1DDC2644}">
      <dsp:nvSpPr>
        <dsp:cNvPr id="0" name=""/>
        <dsp:cNvSpPr/>
      </dsp:nvSpPr>
      <dsp:spPr>
        <a:xfrm>
          <a:off x="6401275" y="0"/>
          <a:ext cx="2345420" cy="234542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Detección</a:t>
          </a:r>
        </a:p>
      </dsp:txBody>
      <dsp:txXfrm>
        <a:off x="6744754" y="343479"/>
        <a:ext cx="1658462" cy="1658462"/>
      </dsp:txXfrm>
    </dsp:sp>
    <dsp:sp modelId="{379EA130-4FF8-4515-B7AA-E48E3951DC20}">
      <dsp:nvSpPr>
        <dsp:cNvPr id="0" name=""/>
        <dsp:cNvSpPr/>
      </dsp:nvSpPr>
      <dsp:spPr>
        <a:xfrm>
          <a:off x="9955723" y="3558360"/>
          <a:ext cx="2345420" cy="2345420"/>
        </a:xfrm>
        <a:prstGeom prst="ellipse">
          <a:avLst/>
        </a:prstGeom>
        <a:solidFill>
          <a:schemeClr val="accent3">
            <a:hueOff val="4084963"/>
            <a:satOff val="-22392"/>
            <a:lumOff val="-458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Tracking</a:t>
          </a:r>
        </a:p>
      </dsp:txBody>
      <dsp:txXfrm>
        <a:off x="10299202" y="3901839"/>
        <a:ext cx="1658462" cy="1658462"/>
      </dsp:txXfrm>
    </dsp:sp>
    <dsp:sp modelId="{CB29C448-0202-4FB3-8A99-D8AB797C5703}">
      <dsp:nvSpPr>
        <dsp:cNvPr id="0" name=""/>
        <dsp:cNvSpPr/>
      </dsp:nvSpPr>
      <dsp:spPr>
        <a:xfrm>
          <a:off x="6401275" y="7112808"/>
          <a:ext cx="2345420" cy="2345420"/>
        </a:xfrm>
        <a:prstGeom prst="ellipse">
          <a:avLst/>
        </a:prstGeom>
        <a:solidFill>
          <a:schemeClr val="accent3">
            <a:hueOff val="8169926"/>
            <a:satOff val="-44783"/>
            <a:lumOff val="-91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 err="1"/>
            <a:t>Features</a:t>
          </a:r>
          <a:endParaRPr lang="es-ES" sz="2100" kern="1200" dirty="0"/>
        </a:p>
      </dsp:txBody>
      <dsp:txXfrm>
        <a:off x="6744754" y="7456287"/>
        <a:ext cx="1658462" cy="1658462"/>
      </dsp:txXfrm>
    </dsp:sp>
    <dsp:sp modelId="{B36C4202-88D5-4A2C-9C1D-B293E955F2E6}">
      <dsp:nvSpPr>
        <dsp:cNvPr id="0" name=""/>
        <dsp:cNvSpPr/>
      </dsp:nvSpPr>
      <dsp:spPr>
        <a:xfrm>
          <a:off x="2846827" y="3558360"/>
          <a:ext cx="2345420" cy="2345420"/>
        </a:xfrm>
        <a:prstGeom prst="ellipse">
          <a:avLst/>
        </a:prstGeom>
        <a:solidFill>
          <a:schemeClr val="accent3">
            <a:hueOff val="12254888"/>
            <a:satOff val="-67175"/>
            <a:lumOff val="-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/>
            <a:t>Clasificación</a:t>
          </a:r>
        </a:p>
      </dsp:txBody>
      <dsp:txXfrm>
        <a:off x="3190306" y="3901839"/>
        <a:ext cx="1658462" cy="1658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_tradnl" alt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3B4F4AC-89F1-4E0C-9733-411752064DB9}" type="datetime1">
              <a:rPr lang="en-US" altLang="es-ES"/>
              <a:pPr>
                <a:defRPr/>
              </a:pPr>
              <a:t>8/27/2025</a:t>
            </a:fld>
            <a:endParaRPr lang="en-US" alt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_tradnl" alt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972562F-0955-40CA-9917-BEE83626A4FE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_tradnl" alt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E60B652-689D-499B-B335-09DD6F51FA4B}" type="datetime1">
              <a:rPr lang="en-US" altLang="es-ES"/>
              <a:pPr>
                <a:defRPr/>
              </a:pPr>
              <a:t>8/27/2025</a:t>
            </a:fld>
            <a:endParaRPr lang="en-US" alt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s-ES_tradnl" altLang="es-E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 noProof="0"/>
              <a:t>Click to edit Master text styles</a:t>
            </a:r>
          </a:p>
          <a:p>
            <a:pPr lvl="1"/>
            <a:r>
              <a:rPr lang="en-US" altLang="es-ES" noProof="0"/>
              <a:t>Second level</a:t>
            </a:r>
          </a:p>
          <a:p>
            <a:pPr lvl="2"/>
            <a:r>
              <a:rPr lang="en-US" altLang="es-ES" noProof="0"/>
              <a:t>Third level</a:t>
            </a:r>
          </a:p>
          <a:p>
            <a:pPr lvl="3"/>
            <a:r>
              <a:rPr lang="en-US" altLang="es-ES" noProof="0"/>
              <a:t>Fourth level</a:t>
            </a:r>
          </a:p>
          <a:p>
            <a:pPr lvl="4"/>
            <a:r>
              <a:rPr lang="en-US" altLang="es-E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_tradnl" alt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FA7E187-62FD-401E-BA66-8B89CC10812C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1217613" rtl="0" eaLnBrk="0" fontAlgn="base" hangingPunct="0">
      <a:spcBef>
        <a:spcPct val="30000"/>
      </a:spcBef>
      <a:spcAft>
        <a:spcPct val="0"/>
      </a:spcAft>
      <a:defRPr sz="31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1217613" algn="l" defTabSz="1217613" rtl="0" eaLnBrk="0" fontAlgn="base" hangingPunct="0">
      <a:spcBef>
        <a:spcPct val="30000"/>
      </a:spcBef>
      <a:spcAft>
        <a:spcPct val="0"/>
      </a:spcAft>
      <a:defRPr sz="31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2436813" algn="l" defTabSz="1217613" rtl="0" eaLnBrk="0" fontAlgn="base" hangingPunct="0">
      <a:spcBef>
        <a:spcPct val="30000"/>
      </a:spcBef>
      <a:spcAft>
        <a:spcPct val="0"/>
      </a:spcAft>
      <a:defRPr sz="31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3656013" algn="l" defTabSz="1217613" rtl="0" eaLnBrk="0" fontAlgn="base" hangingPunct="0">
      <a:spcBef>
        <a:spcPct val="30000"/>
      </a:spcBef>
      <a:spcAft>
        <a:spcPct val="0"/>
      </a:spcAft>
      <a:defRPr sz="31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4873625" algn="l" defTabSz="1217613" rtl="0" eaLnBrk="0" fontAlgn="base" hangingPunct="0">
      <a:spcBef>
        <a:spcPct val="30000"/>
      </a:spcBef>
      <a:spcAft>
        <a:spcPct val="0"/>
      </a:spcAft>
      <a:defRPr sz="31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6094156" algn="l" defTabSz="121883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7312989" algn="l" defTabSz="121883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8531822" algn="l" defTabSz="121883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9750655" algn="l" defTabSz="121883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s-ES">
                <a:ea typeface="ＭＳ Ｐゴシック" panose="020B0600070205080204" pitchFamily="34" charset="-128"/>
              </a:rPr>
              <a:t>Drag Picture and Send to Back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B844A6-BF22-4D6B-A5EE-416BE1CCAC8C}" type="slidenum">
              <a:rPr lang="en-US" altLang="es-ES" sz="1200" smtClean="0"/>
              <a:pPr>
                <a:spcBef>
                  <a:spcPct val="0"/>
                </a:spcBef>
              </a:pPr>
              <a:t>1</a:t>
            </a:fld>
            <a:endParaRPr lang="en-US" altLang="es-E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s-ES_tradnl" altLang="es-ES">
              <a:ea typeface="ＭＳ Ｐゴシック" panose="020B0600070205080204" pitchFamily="34" charset="-128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B338CC9-F32B-48C8-B500-76BF7FB6EEA5}" type="slidenum">
              <a:rPr lang="en-US" altLang="es-ES" sz="1200" smtClean="0"/>
              <a:pPr>
                <a:spcBef>
                  <a:spcPct val="0"/>
                </a:spcBef>
              </a:pPr>
              <a:t>2</a:t>
            </a:fld>
            <a:endParaRPr lang="en-US" altLang="es-E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s-ES">
                <a:ea typeface="ＭＳ Ｐゴシック" panose="020B0600070205080204" pitchFamily="34" charset="-128"/>
              </a:rPr>
              <a:t>Drag Picture and Send to Back</a:t>
            </a:r>
          </a:p>
          <a:p>
            <a:pPr eaLnBrk="1" hangingPunct="1">
              <a:spcBef>
                <a:spcPct val="0"/>
              </a:spcBef>
            </a:pPr>
            <a:endParaRPr lang="en-US" altLang="es-ES">
              <a:ea typeface="ＭＳ Ｐゴシック" panose="020B0600070205080204" pitchFamily="34" charset="-128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9B6AF9C-144E-4B37-AAEC-56742ED663EE}" type="slidenum">
              <a:rPr lang="en-US" altLang="es-ES" sz="1200" smtClean="0"/>
              <a:pPr>
                <a:spcBef>
                  <a:spcPct val="0"/>
                </a:spcBef>
              </a:pPr>
              <a:t>3</a:t>
            </a:fld>
            <a:endParaRPr lang="en-US" altLang="es-E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s-ES">
                <a:ea typeface="ＭＳ Ｐゴシック" panose="020B0600070205080204" pitchFamily="34" charset="-128"/>
              </a:rPr>
              <a:t>Drag Picture and Send to Back</a:t>
            </a:r>
          </a:p>
          <a:p>
            <a:pPr eaLnBrk="1" hangingPunct="1">
              <a:spcBef>
                <a:spcPct val="0"/>
              </a:spcBef>
            </a:pPr>
            <a:endParaRPr lang="en-US" altLang="es-ES">
              <a:ea typeface="ＭＳ Ｐゴシック" panose="020B0600070205080204" pitchFamily="34" charset="-128"/>
            </a:endParaRP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EA24655-6A8B-47C3-9F45-83579B6F2C93}" type="slidenum">
              <a:rPr lang="en-US" altLang="es-ES" sz="1200" smtClean="0"/>
              <a:pPr>
                <a:spcBef>
                  <a:spcPct val="0"/>
                </a:spcBef>
              </a:pPr>
              <a:t>5</a:t>
            </a:fld>
            <a:endParaRPr lang="en-US" altLang="es-E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s-ES">
                <a:ea typeface="ＭＳ Ｐゴシック" panose="020B0600070205080204" pitchFamily="34" charset="-128"/>
              </a:rPr>
              <a:t>Drag Picture and Send to Back</a:t>
            </a:r>
          </a:p>
          <a:p>
            <a:pPr eaLnBrk="1" hangingPunct="1">
              <a:spcBef>
                <a:spcPct val="0"/>
              </a:spcBef>
            </a:pPr>
            <a:endParaRPr lang="en-US" altLang="es-ES">
              <a:ea typeface="ＭＳ Ｐゴシック" panose="020B0600070205080204" pitchFamily="34" charset="-128"/>
            </a:endParaRP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A1DC423-3C73-461E-8C7B-7B5D62CFA0CD}" type="slidenum">
              <a:rPr lang="en-US" altLang="es-ES" sz="1200" smtClean="0"/>
              <a:pPr>
                <a:spcBef>
                  <a:spcPct val="0"/>
                </a:spcBef>
              </a:pPr>
              <a:t>7</a:t>
            </a:fld>
            <a:endParaRPr lang="en-US" altLang="es-E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s-ES">
                <a:ea typeface="ＭＳ Ｐゴシック" panose="020B0600070205080204" pitchFamily="34" charset="-128"/>
              </a:rPr>
              <a:t>Drag Picture and Send to Back</a:t>
            </a:r>
          </a:p>
          <a:p>
            <a:pPr eaLnBrk="1" hangingPunct="1">
              <a:spcBef>
                <a:spcPct val="0"/>
              </a:spcBef>
            </a:pPr>
            <a:endParaRPr lang="en-US" altLang="es-ES">
              <a:ea typeface="ＭＳ Ｐゴシック" panose="020B0600070205080204" pitchFamily="34" charset="-128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32AD7C-0A2A-4AAC-B61B-8E0810599BBE}" type="slidenum">
              <a:rPr lang="en-US" altLang="es-ES" sz="1200" smtClean="0"/>
              <a:pPr>
                <a:spcBef>
                  <a:spcPct val="0"/>
                </a:spcBef>
              </a:pPr>
              <a:t>14</a:t>
            </a:fld>
            <a:endParaRPr lang="en-US" altLang="es-E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s-ES">
                <a:ea typeface="ＭＳ Ｐゴシック" panose="020B0600070205080204" pitchFamily="34" charset="-128"/>
              </a:rPr>
              <a:t>Drag Picture and Send to Back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1217613" eaLnBrk="0" fontAlgn="base" hangingPunct="0">
              <a:spcBef>
                <a:spcPct val="30000"/>
              </a:spcBef>
              <a:spcAft>
                <a:spcPct val="0"/>
              </a:spcAft>
              <a:defRPr sz="3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B6FD762-2F6F-4561-ABEE-A0D446652277}" type="slidenum">
              <a:rPr lang="en-US" altLang="es-ES" sz="1200" smtClean="0"/>
              <a:pPr>
                <a:spcBef>
                  <a:spcPct val="0"/>
                </a:spcBef>
              </a:pPr>
              <a:t>17</a:t>
            </a:fld>
            <a:endParaRPr lang="en-US" altLang="es-E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1"/>
          <p:cNvSpPr>
            <a:spLocks noGrp="1" noChangeAspect="1"/>
          </p:cNvSpPr>
          <p:nvPr>
            <p:ph type="pic" sz="quarter" idx="10"/>
          </p:nvPr>
        </p:nvSpPr>
        <p:spPr>
          <a:xfrm>
            <a:off x="0" y="0"/>
            <a:ext cx="24387175" cy="13970000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56112426"/>
      </p:ext>
    </p:extLst>
  </p:cSld>
  <p:clrMapOvr>
    <a:masterClrMapping/>
  </p:clrMapOvr>
  <p:transition spd="med" advClick="0" advTm="200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>
            <a:spLocks noChangeAspect="1"/>
          </p:cNvSpPr>
          <p:nvPr userDrawn="1"/>
        </p:nvSpPr>
        <p:spPr>
          <a:xfrm>
            <a:off x="21978938" y="12133263"/>
            <a:ext cx="674687" cy="676275"/>
          </a:xfrm>
          <a:prstGeom prst="ellipse">
            <a:avLst/>
          </a:prstGeom>
          <a:solidFill>
            <a:srgbClr val="D5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3" name="Imagen 6" descr="UGR-MARCA-02-monocrom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3" y="11747500"/>
            <a:ext cx="369093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/>
          <p:cNvCxnSpPr/>
          <p:nvPr userDrawn="1"/>
        </p:nvCxnSpPr>
        <p:spPr>
          <a:xfrm>
            <a:off x="5437188" y="12558713"/>
            <a:ext cx="16219487" cy="1587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1851938" y="12096750"/>
            <a:ext cx="928687" cy="730250"/>
          </a:xfrm>
        </p:spPr>
        <p:txBody>
          <a:bodyPr/>
          <a:lstStyle>
            <a:lvl1pPr algn="ctr">
              <a:defRPr sz="1900">
                <a:solidFill>
                  <a:schemeClr val="bg1"/>
                </a:solidFill>
                <a:latin typeface="Roboto Regular" charset="0"/>
                <a:cs typeface="Roboto Regular" charset="0"/>
              </a:defRPr>
            </a:lvl1pPr>
          </a:lstStyle>
          <a:p>
            <a:pPr>
              <a:defRPr/>
            </a:pPr>
            <a:fld id="{F56D1561-3344-405E-B7DC-26752678BB45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9721096"/>
      </p:ext>
    </p:extLst>
  </p:cSld>
  <p:clrMapOvr>
    <a:masterClrMapping/>
  </p:clrMapOvr>
  <p:transition spd="med" advClick="0" advTm="200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>
            <a:spLocks noChangeAspect="1"/>
          </p:cNvSpPr>
          <p:nvPr userDrawn="1"/>
        </p:nvSpPr>
        <p:spPr>
          <a:xfrm>
            <a:off x="21978938" y="12133263"/>
            <a:ext cx="674687" cy="676275"/>
          </a:xfrm>
          <a:prstGeom prst="ellipse">
            <a:avLst/>
          </a:prstGeom>
          <a:solidFill>
            <a:srgbClr val="D5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3" name="Imagen 6" descr="UGR-MARCA-02-monocrom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3" y="11747500"/>
            <a:ext cx="369093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/>
          <p:cNvCxnSpPr/>
          <p:nvPr userDrawn="1"/>
        </p:nvCxnSpPr>
        <p:spPr>
          <a:xfrm>
            <a:off x="5437188" y="12558713"/>
            <a:ext cx="16219487" cy="1587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1851938" y="12115800"/>
            <a:ext cx="928687" cy="730250"/>
          </a:xfrm>
        </p:spPr>
        <p:txBody>
          <a:bodyPr/>
          <a:lstStyle>
            <a:lvl1pPr algn="ctr">
              <a:defRPr sz="1900">
                <a:solidFill>
                  <a:schemeClr val="bg1"/>
                </a:solidFill>
                <a:latin typeface="Roboto Regular" charset="0"/>
                <a:cs typeface="Roboto Regular" charset="0"/>
              </a:defRPr>
            </a:lvl1pPr>
          </a:lstStyle>
          <a:p>
            <a:pPr>
              <a:defRPr/>
            </a:pPr>
            <a:fld id="{9640E57B-33BB-41A9-9559-9B1F46B66845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363275453"/>
      </p:ext>
    </p:extLst>
  </p:cSld>
  <p:clrMapOvr>
    <a:masterClrMapping/>
  </p:clrMapOvr>
  <p:transition spd="med" advClick="0" advTm="2000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>
            <a:spLocks noChangeAspect="1"/>
          </p:cNvSpPr>
          <p:nvPr userDrawn="1"/>
        </p:nvSpPr>
        <p:spPr>
          <a:xfrm>
            <a:off x="21978938" y="12133263"/>
            <a:ext cx="674687" cy="676275"/>
          </a:xfrm>
          <a:prstGeom prst="ellipse">
            <a:avLst/>
          </a:prstGeom>
          <a:solidFill>
            <a:srgbClr val="D5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3" name="Imagen 6" descr="UGR-MARCA-02-monocrom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3" y="11747500"/>
            <a:ext cx="369093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1851938" y="12096750"/>
            <a:ext cx="928687" cy="730250"/>
          </a:xfrm>
        </p:spPr>
        <p:txBody>
          <a:bodyPr/>
          <a:lstStyle>
            <a:lvl1pPr algn="ctr">
              <a:defRPr sz="1900">
                <a:solidFill>
                  <a:schemeClr val="bg1"/>
                </a:solidFill>
                <a:latin typeface="Roboto Regular" charset="0"/>
                <a:cs typeface="Roboto Regular" charset="0"/>
              </a:defRPr>
            </a:lvl1pPr>
          </a:lstStyle>
          <a:p>
            <a:pPr>
              <a:defRPr/>
            </a:pPr>
            <a:fld id="{E5AC711E-B9A6-4622-8C57-36FFDB449724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226899419"/>
      </p:ext>
    </p:extLst>
  </p:cSld>
  <p:clrMapOvr>
    <a:masterClrMapping/>
  </p:clrMapOvr>
  <p:transition spd="med" advClick="0" advTm="2000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>
            <a:spLocks noChangeAspect="1"/>
          </p:cNvSpPr>
          <p:nvPr userDrawn="1"/>
        </p:nvSpPr>
        <p:spPr>
          <a:xfrm>
            <a:off x="21978938" y="12133263"/>
            <a:ext cx="674687" cy="676275"/>
          </a:xfrm>
          <a:prstGeom prst="ellipse">
            <a:avLst/>
          </a:prstGeom>
          <a:solidFill>
            <a:srgbClr val="D5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3" name="Imagen 6" descr="UGR-MARCA-02-monocrom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3" y="11747500"/>
            <a:ext cx="369093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1851938" y="12096750"/>
            <a:ext cx="928687" cy="730250"/>
          </a:xfrm>
        </p:spPr>
        <p:txBody>
          <a:bodyPr/>
          <a:lstStyle>
            <a:lvl1pPr algn="ctr">
              <a:defRPr sz="1900">
                <a:solidFill>
                  <a:schemeClr val="bg1"/>
                </a:solidFill>
                <a:latin typeface="Roboto Regular" charset="0"/>
                <a:cs typeface="Roboto Regular" charset="0"/>
              </a:defRPr>
            </a:lvl1pPr>
          </a:lstStyle>
          <a:p>
            <a:pPr>
              <a:defRPr/>
            </a:pPr>
            <a:fld id="{43FBA68F-CCB0-4C4E-86FE-65BBF92BE129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926203720"/>
      </p:ext>
    </p:extLst>
  </p:cSld>
  <p:clrMapOvr>
    <a:masterClrMapping/>
  </p:clrMapOvr>
  <p:transition spd="med" advClick="0" advTm="2000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447800"/>
            <a:ext cx="24387175" cy="8915400"/>
          </a:xfrm>
        </p:spPr>
        <p:txBody>
          <a:bodyPr rtlCol="0">
            <a:normAutofit/>
          </a:bodyPr>
          <a:lstStyle>
            <a:lvl1pPr marL="0" indent="0">
              <a:buNone/>
              <a:defRPr sz="3100">
                <a:solidFill>
                  <a:schemeClr val="tx2"/>
                </a:solidFill>
              </a:defRPr>
            </a:lvl1pPr>
          </a:lstStyle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50841481"/>
      </p:ext>
    </p:extLst>
  </p:cSld>
  <p:clrMapOvr>
    <a:masterClrMapping/>
  </p:clrMapOvr>
  <p:transition spd="med" advClick="0" advTm="2000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>
            <a:spLocks noChangeAspect="1"/>
          </p:cNvSpPr>
          <p:nvPr userDrawn="1"/>
        </p:nvSpPr>
        <p:spPr>
          <a:xfrm>
            <a:off x="21978938" y="12133263"/>
            <a:ext cx="674687" cy="676275"/>
          </a:xfrm>
          <a:prstGeom prst="ellipse">
            <a:avLst/>
          </a:prstGeom>
          <a:solidFill>
            <a:srgbClr val="D5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cxnSp>
        <p:nvCxnSpPr>
          <p:cNvPr id="5" name="Straight Connector 7"/>
          <p:cNvCxnSpPr/>
          <p:nvPr userDrawn="1"/>
        </p:nvCxnSpPr>
        <p:spPr>
          <a:xfrm>
            <a:off x="5437188" y="12558713"/>
            <a:ext cx="16219487" cy="1587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n 7" descr="UGR-MARCA-02-monocrom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3" y="11747500"/>
            <a:ext cx="369093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Picture Placeholder 7"/>
          <p:cNvSpPr>
            <a:spLocks noGrp="1" noChangeAspect="1"/>
          </p:cNvSpPr>
          <p:nvPr>
            <p:ph type="pic" sz="quarter" idx="10"/>
          </p:nvPr>
        </p:nvSpPr>
        <p:spPr>
          <a:xfrm>
            <a:off x="1" y="3556003"/>
            <a:ext cx="10216298" cy="5644446"/>
          </a:xfrm>
        </p:spPr>
        <p:txBody>
          <a:bodyPr rtlCol="0">
            <a:normAutofit/>
          </a:bodyPr>
          <a:lstStyle>
            <a:lvl1pPr marL="0" indent="0">
              <a:buNone/>
              <a:defRPr sz="4000"/>
            </a:lvl1pPr>
          </a:lstStyle>
          <a:p>
            <a:pPr lvl="0"/>
            <a:endParaRPr lang="en-US" noProof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21851938" y="12096750"/>
            <a:ext cx="928687" cy="730250"/>
          </a:xfrm>
        </p:spPr>
        <p:txBody>
          <a:bodyPr/>
          <a:lstStyle>
            <a:lvl1pPr algn="ctr">
              <a:defRPr sz="1900">
                <a:solidFill>
                  <a:schemeClr val="bg1"/>
                </a:solidFill>
                <a:latin typeface="Roboto Regular" charset="0"/>
                <a:cs typeface="Roboto Regular" charset="0"/>
              </a:defRPr>
            </a:lvl1pPr>
          </a:lstStyle>
          <a:p>
            <a:pPr>
              <a:defRPr/>
            </a:pPr>
            <a:fld id="{F88D7DDC-6F5A-44B5-BFE1-5CA5E36A0699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4120927634"/>
      </p:ext>
    </p:extLst>
  </p:cSld>
  <p:clrMapOvr>
    <a:masterClrMapping/>
  </p:clrMapOvr>
  <p:transition spd="med" advClick="0" advTm="2000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>
            <a:spLocks noChangeAspect="1"/>
          </p:cNvSpPr>
          <p:nvPr userDrawn="1"/>
        </p:nvSpPr>
        <p:spPr>
          <a:xfrm>
            <a:off x="21978938" y="12133263"/>
            <a:ext cx="674687" cy="676275"/>
          </a:xfrm>
          <a:prstGeom prst="ellipse">
            <a:avLst/>
          </a:prstGeom>
          <a:solidFill>
            <a:srgbClr val="D5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cxnSp>
        <p:nvCxnSpPr>
          <p:cNvPr id="4" name="Straight Connector 7"/>
          <p:cNvCxnSpPr/>
          <p:nvPr userDrawn="1"/>
        </p:nvCxnSpPr>
        <p:spPr>
          <a:xfrm>
            <a:off x="5437188" y="12558713"/>
            <a:ext cx="16219487" cy="1587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7" descr="UGR-MARCA-02-monocrom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3" y="11747500"/>
            <a:ext cx="369093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icture Placeholder 6"/>
          <p:cNvSpPr>
            <a:spLocks noGrp="1" noChangeAspect="1"/>
          </p:cNvSpPr>
          <p:nvPr>
            <p:ph type="pic" sz="quarter" idx="10"/>
          </p:nvPr>
        </p:nvSpPr>
        <p:spPr>
          <a:xfrm>
            <a:off x="0" y="3372807"/>
            <a:ext cx="12192601" cy="6986590"/>
          </a:xfrm>
        </p:spPr>
        <p:txBody>
          <a:bodyPr rtlCol="0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21851938" y="12096750"/>
            <a:ext cx="928687" cy="730250"/>
          </a:xfrm>
        </p:spPr>
        <p:txBody>
          <a:bodyPr/>
          <a:lstStyle>
            <a:lvl1pPr algn="ctr">
              <a:defRPr sz="1900">
                <a:solidFill>
                  <a:schemeClr val="bg1"/>
                </a:solidFill>
                <a:latin typeface="Roboto Regular" charset="0"/>
                <a:cs typeface="Roboto Regular" charset="0"/>
              </a:defRPr>
            </a:lvl1pPr>
          </a:lstStyle>
          <a:p>
            <a:pPr>
              <a:defRPr/>
            </a:pPr>
            <a:fld id="{A6426423-DF50-4450-8A61-A043D0CA556A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152744033"/>
      </p:ext>
    </p:extLst>
  </p:cSld>
  <p:clrMapOvr>
    <a:masterClrMapping/>
  </p:clrMapOvr>
  <p:transition spd="med" advClick="0" advTm="2000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>
            <a:spLocks noChangeAspect="1"/>
          </p:cNvSpPr>
          <p:nvPr userDrawn="1"/>
        </p:nvSpPr>
        <p:spPr>
          <a:xfrm>
            <a:off x="21978938" y="12133263"/>
            <a:ext cx="674687" cy="676275"/>
          </a:xfrm>
          <a:prstGeom prst="ellipse">
            <a:avLst/>
          </a:prstGeom>
          <a:solidFill>
            <a:srgbClr val="D5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cxnSp>
        <p:nvCxnSpPr>
          <p:cNvPr id="4" name="Straight Connector 7"/>
          <p:cNvCxnSpPr/>
          <p:nvPr userDrawn="1"/>
        </p:nvCxnSpPr>
        <p:spPr>
          <a:xfrm>
            <a:off x="5437188" y="12558713"/>
            <a:ext cx="16219487" cy="1587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7" descr="UGR-MARCA-02-monocrom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3" y="11747500"/>
            <a:ext cx="369093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icture Placeholder 6"/>
          <p:cNvSpPr>
            <a:spLocks noGrp="1" noChangeAspect="1"/>
          </p:cNvSpPr>
          <p:nvPr>
            <p:ph type="pic" sz="quarter" idx="10"/>
          </p:nvPr>
        </p:nvSpPr>
        <p:spPr>
          <a:xfrm>
            <a:off x="12195174" y="3372807"/>
            <a:ext cx="12192601" cy="6986590"/>
          </a:xfrm>
        </p:spPr>
        <p:txBody>
          <a:bodyPr rtlCol="0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21851938" y="12096750"/>
            <a:ext cx="928687" cy="730250"/>
          </a:xfrm>
        </p:spPr>
        <p:txBody>
          <a:bodyPr/>
          <a:lstStyle>
            <a:lvl1pPr algn="ctr">
              <a:defRPr sz="1900">
                <a:solidFill>
                  <a:schemeClr val="bg1"/>
                </a:solidFill>
                <a:latin typeface="Roboto Regular" charset="0"/>
                <a:cs typeface="Roboto Regular" charset="0"/>
              </a:defRPr>
            </a:lvl1pPr>
          </a:lstStyle>
          <a:p>
            <a:pPr>
              <a:defRPr/>
            </a:pPr>
            <a:fld id="{DAB97943-8313-4949-B1CA-DEC04C61FB35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2471292141"/>
      </p:ext>
    </p:extLst>
  </p:cSld>
  <p:clrMapOvr>
    <a:masterClrMapping/>
  </p:clrMapOvr>
  <p:transition spd="med" advClick="0" advTm="2000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>
            <a:spLocks noChangeAspect="1"/>
          </p:cNvSpPr>
          <p:nvPr userDrawn="1"/>
        </p:nvSpPr>
        <p:spPr>
          <a:xfrm>
            <a:off x="21978938" y="12133263"/>
            <a:ext cx="674687" cy="676275"/>
          </a:xfrm>
          <a:prstGeom prst="ellipse">
            <a:avLst/>
          </a:prstGeom>
          <a:solidFill>
            <a:srgbClr val="D53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cxnSp>
        <p:nvCxnSpPr>
          <p:cNvPr id="6" name="Straight Connector 7"/>
          <p:cNvCxnSpPr/>
          <p:nvPr userDrawn="1"/>
        </p:nvCxnSpPr>
        <p:spPr>
          <a:xfrm>
            <a:off x="5437188" y="12558713"/>
            <a:ext cx="16219487" cy="1587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n 7" descr="UGR-MARCA-02-monocrom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863" y="11747500"/>
            <a:ext cx="3690937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icture Placeholder 6"/>
          <p:cNvSpPr>
            <a:spLocks noGrp="1" noChangeAspect="1"/>
          </p:cNvSpPr>
          <p:nvPr>
            <p:ph type="pic" sz="quarter" idx="10"/>
          </p:nvPr>
        </p:nvSpPr>
        <p:spPr>
          <a:xfrm>
            <a:off x="2025268" y="3753556"/>
            <a:ext cx="1828801" cy="1828800"/>
          </a:xfrm>
          <a:prstGeom prst="ellipse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3" name="Picture Placeholder 6"/>
          <p:cNvSpPr>
            <a:spLocks noGrp="1" noChangeAspect="1"/>
          </p:cNvSpPr>
          <p:nvPr>
            <p:ph type="pic" sz="quarter" idx="11"/>
          </p:nvPr>
        </p:nvSpPr>
        <p:spPr>
          <a:xfrm>
            <a:off x="8623553" y="3753556"/>
            <a:ext cx="1828801" cy="1828800"/>
          </a:xfrm>
          <a:prstGeom prst="ellipse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15" name="Picture Placeholder 6"/>
          <p:cNvSpPr>
            <a:spLocks noGrp="1" noChangeAspect="1"/>
          </p:cNvSpPr>
          <p:nvPr>
            <p:ph type="pic" sz="quarter" idx="12"/>
          </p:nvPr>
        </p:nvSpPr>
        <p:spPr>
          <a:xfrm>
            <a:off x="15001682" y="3753556"/>
            <a:ext cx="1828801" cy="1828800"/>
          </a:xfrm>
          <a:prstGeom prst="ellipse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</a:lstStyle>
          <a:p>
            <a:pPr lvl="0"/>
            <a:endParaRPr lang="en-US" noProof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21851938" y="12096750"/>
            <a:ext cx="928687" cy="730250"/>
          </a:xfrm>
        </p:spPr>
        <p:txBody>
          <a:bodyPr/>
          <a:lstStyle>
            <a:lvl1pPr algn="ctr">
              <a:defRPr sz="1900">
                <a:solidFill>
                  <a:schemeClr val="bg1"/>
                </a:solidFill>
                <a:latin typeface="Roboto Regular" charset="0"/>
                <a:cs typeface="Roboto Regular" charset="0"/>
              </a:defRPr>
            </a:lvl1pPr>
          </a:lstStyle>
          <a:p>
            <a:pPr>
              <a:defRPr/>
            </a:pPr>
            <a:fld id="{5E8F4806-B176-451E-AF6F-0787660FC00E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3393513098"/>
      </p:ext>
    </p:extLst>
  </p:cSld>
  <p:clrMapOvr>
    <a:masterClrMapping/>
  </p:clrMapOvr>
  <p:transition spd="med" advClick="0" advTm="2000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Pad 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 noChangeAspect="1"/>
          </p:cNvSpPr>
          <p:nvPr>
            <p:ph type="pic" sz="quarter" idx="14"/>
          </p:nvPr>
        </p:nvSpPr>
        <p:spPr>
          <a:xfrm>
            <a:off x="0" y="-1"/>
            <a:ext cx="24387175" cy="6753382"/>
          </a:xfrm>
        </p:spPr>
        <p:txBody>
          <a:bodyPr rtlCol="0">
            <a:normAutofit/>
          </a:bodyPr>
          <a:lstStyle>
            <a:lvl1pPr marL="0" indent="0">
              <a:buNone/>
              <a:defRPr sz="2900"/>
            </a:lvl1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90561496"/>
      </p:ext>
    </p:extLst>
  </p:cSld>
  <p:clrMapOvr>
    <a:masterClrMapping/>
  </p:clrMapOvr>
  <p:transition spd="med" advClick="0" advTm="2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49275"/>
            <a:ext cx="2194877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43765" tIns="121884" rIns="243765" bIns="12188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/>
              <a:t>Presentación corporativa UGR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8775" cy="905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43765" tIns="121884" rIns="243765" bIns="1218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ES"/>
              <a:t>Estilos primer nivel</a:t>
            </a:r>
          </a:p>
          <a:p>
            <a:pPr lvl="1"/>
            <a:r>
              <a:rPr lang="en-US" altLang="es-ES"/>
              <a:t>Segundo nivel</a:t>
            </a:r>
          </a:p>
          <a:p>
            <a:pPr lvl="2"/>
            <a:r>
              <a:rPr lang="en-US" altLang="es-ES"/>
              <a:t>Tercer nivel</a:t>
            </a:r>
          </a:p>
          <a:p>
            <a:pPr lvl="3"/>
            <a:r>
              <a:rPr lang="en-US" altLang="es-ES"/>
              <a:t>Cuarto nivel</a:t>
            </a:r>
          </a:p>
          <a:p>
            <a:pPr lvl="4"/>
            <a:r>
              <a:rPr lang="en-US" altLang="es-ES"/>
              <a:t>Quinto nivel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6788" y="12712700"/>
            <a:ext cx="5691187" cy="730250"/>
          </a:xfrm>
          <a:prstGeom prst="rect">
            <a:avLst/>
          </a:prstGeom>
        </p:spPr>
        <p:txBody>
          <a:bodyPr vert="horz" wrap="square" lIns="243765" tIns="121884" rIns="243765" bIns="121884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3100">
                <a:solidFill>
                  <a:srgbClr val="A5A6A5"/>
                </a:solidFill>
                <a:latin typeface="Roboto Light" charset="0"/>
                <a:cs typeface="Roboto Light" charset="0"/>
              </a:defRPr>
            </a:lvl1pPr>
          </a:lstStyle>
          <a:p>
            <a:pPr>
              <a:defRPr/>
            </a:pPr>
            <a:fld id="{F9E08366-690B-42BF-99A8-DA25AA53A020}" type="slidenum">
              <a:rPr lang="en-US" altLang="es-ES"/>
              <a:pPr>
                <a:defRPr/>
              </a:pPr>
              <a:t>‹Nº›</a:t>
            </a:fld>
            <a:endParaRPr lang="en-U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27" r:id="rId1"/>
    <p:sldLayoutId id="2147484528" r:id="rId2"/>
    <p:sldLayoutId id="2147484529" r:id="rId3"/>
    <p:sldLayoutId id="2147484530" r:id="rId4"/>
    <p:sldLayoutId id="2147484531" r:id="rId5"/>
    <p:sldLayoutId id="2147484532" r:id="rId6"/>
    <p:sldLayoutId id="2147484533" r:id="rId7"/>
    <p:sldLayoutId id="2147484534" r:id="rId8"/>
    <p:sldLayoutId id="2147484535" r:id="rId9"/>
    <p:sldLayoutId id="2147484536" r:id="rId10"/>
    <p:sldLayoutId id="2147484537" r:id="rId11"/>
  </p:sldLayoutIdLst>
  <p:transition spd="med" advClick="0" advTm="2000">
    <p:fade/>
  </p:transition>
  <p:hf hdr="0" ftr="0" dt="0"/>
  <p:txStyles>
    <p:titleStyle>
      <a:lvl1pPr algn="ctr" defTabSz="1217613" rtl="0" eaLnBrk="0" fontAlgn="base" hangingPunct="0">
        <a:spcBef>
          <a:spcPct val="0"/>
        </a:spcBef>
        <a:spcAft>
          <a:spcPct val="0"/>
        </a:spcAft>
        <a:defRPr sz="5500" kern="1200">
          <a:solidFill>
            <a:schemeClr val="tx1"/>
          </a:solidFill>
          <a:latin typeface="Roboto Light"/>
          <a:ea typeface="ＭＳ Ｐゴシック" charset="-128"/>
          <a:cs typeface="Roboto Light"/>
        </a:defRPr>
      </a:lvl1pPr>
      <a:lvl2pPr algn="ctr" defTabSz="1217613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Roboto Light" charset="0"/>
          <a:ea typeface="ＭＳ Ｐゴシック" charset="-128"/>
          <a:cs typeface="Roboto Light" charset="0"/>
        </a:defRPr>
      </a:lvl2pPr>
      <a:lvl3pPr algn="ctr" defTabSz="1217613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Roboto Light" charset="0"/>
          <a:ea typeface="ＭＳ Ｐゴシック" charset="-128"/>
          <a:cs typeface="Roboto Light" charset="0"/>
        </a:defRPr>
      </a:lvl3pPr>
      <a:lvl4pPr algn="ctr" defTabSz="1217613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Roboto Light" charset="0"/>
          <a:ea typeface="ＭＳ Ｐゴシック" charset="-128"/>
          <a:cs typeface="Roboto Light" charset="0"/>
        </a:defRPr>
      </a:lvl4pPr>
      <a:lvl5pPr algn="ctr" defTabSz="1217613" rtl="0" eaLnBrk="0" fontAlgn="base" hangingPunct="0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Roboto Light" charset="0"/>
          <a:ea typeface="ＭＳ Ｐゴシック" charset="-128"/>
          <a:cs typeface="Roboto Light" charset="0"/>
        </a:defRPr>
      </a:lvl5pPr>
      <a:lvl6pPr marL="457038" algn="ctr" defTabSz="1218771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Roboto Light" charset="0"/>
          <a:ea typeface="ＭＳ Ｐゴシック" charset="-128"/>
          <a:cs typeface="Roboto Light" charset="0"/>
        </a:defRPr>
      </a:lvl6pPr>
      <a:lvl7pPr marL="914078" algn="ctr" defTabSz="1218771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Roboto Light" charset="0"/>
          <a:ea typeface="ＭＳ Ｐゴシック" charset="-128"/>
          <a:cs typeface="Roboto Light" charset="0"/>
        </a:defRPr>
      </a:lvl7pPr>
      <a:lvl8pPr marL="1371118" algn="ctr" defTabSz="1218771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Roboto Light" charset="0"/>
          <a:ea typeface="ＭＳ Ｐゴシック" charset="-128"/>
          <a:cs typeface="Roboto Light" charset="0"/>
        </a:defRPr>
      </a:lvl8pPr>
      <a:lvl9pPr marL="1828156" algn="ctr" defTabSz="1218771" rtl="0" fontAlgn="base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Roboto Light" charset="0"/>
          <a:ea typeface="ＭＳ Ｐゴシック" charset="-128"/>
          <a:cs typeface="Roboto Light" charset="0"/>
        </a:defRPr>
      </a:lvl9pPr>
    </p:titleStyle>
    <p:bodyStyle>
      <a:lvl1pPr marL="341313" indent="-341313" algn="l" defTabSz="1217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Roboto Light"/>
          <a:ea typeface="ＭＳ Ｐゴシック" charset="-128"/>
          <a:cs typeface="Roboto Light"/>
        </a:defRPr>
      </a:lvl1pPr>
      <a:lvl2pPr marL="1217613" indent="-760413" algn="l" defTabSz="1217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600" kern="1200">
          <a:solidFill>
            <a:schemeClr val="tx1"/>
          </a:solidFill>
          <a:latin typeface="Roboto Light"/>
          <a:ea typeface="ＭＳ Ｐゴシック" charset="-128"/>
          <a:cs typeface="Roboto Light"/>
        </a:defRPr>
      </a:lvl2pPr>
      <a:lvl3pPr marL="2436813" indent="-1522413" algn="l" defTabSz="1217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Roboto Light"/>
          <a:ea typeface="ＭＳ Ｐゴシック" charset="-128"/>
          <a:cs typeface="Roboto Light"/>
        </a:defRPr>
      </a:lvl3pPr>
      <a:lvl4pPr marL="3656013" indent="-2284413" algn="l" defTabSz="1217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900" kern="1200">
          <a:solidFill>
            <a:schemeClr val="tx1"/>
          </a:solidFill>
          <a:latin typeface="Roboto Light"/>
          <a:ea typeface="ＭＳ Ｐゴシック" charset="-128"/>
          <a:cs typeface="Roboto Light"/>
        </a:defRPr>
      </a:lvl4pPr>
      <a:lvl5pPr marL="4873625" indent="-3046413" algn="l" defTabSz="12176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900" kern="1200">
          <a:solidFill>
            <a:schemeClr val="tx1"/>
          </a:solidFill>
          <a:latin typeface="Roboto Light"/>
          <a:ea typeface="ＭＳ Ｐゴシック" charset="-128"/>
          <a:cs typeface="Roboto Light"/>
        </a:defRPr>
      </a:lvl5pPr>
      <a:lvl6pPr marL="6703573" indent="-609416" algn="l" defTabSz="1218833" rtl="0" eaLnBrk="1" latinLnBrk="0" hangingPunct="1">
        <a:spcBef>
          <a:spcPct val="20000"/>
        </a:spcBef>
        <a:buFont typeface="Arial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6pPr>
      <a:lvl7pPr marL="7922405" indent="-609416" algn="l" defTabSz="1218833" rtl="0" eaLnBrk="1" latinLnBrk="0" hangingPunct="1">
        <a:spcBef>
          <a:spcPct val="20000"/>
        </a:spcBef>
        <a:buFont typeface="Arial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7pPr>
      <a:lvl8pPr marL="9141236" indent="-609416" algn="l" defTabSz="1218833" rtl="0" eaLnBrk="1" latinLnBrk="0" hangingPunct="1">
        <a:spcBef>
          <a:spcPct val="20000"/>
        </a:spcBef>
        <a:buFont typeface="Arial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0066" indent="-609416" algn="l" defTabSz="1218833" rtl="0" eaLnBrk="1" latinLnBrk="0" hangingPunct="1">
        <a:spcBef>
          <a:spcPct val="20000"/>
        </a:spcBef>
        <a:buFont typeface="Arial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833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8833" algn="l" defTabSz="1218833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7663" algn="l" defTabSz="1218833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6496" algn="l" defTabSz="1218833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5328" algn="l" defTabSz="1218833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4156" algn="l" defTabSz="1218833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2989" algn="l" defTabSz="1218833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1822" algn="l" defTabSz="1218833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0655" algn="l" defTabSz="1218833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github.com/Aguilera4/DeepSpermMotility" TargetMode="Externa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 bwMode="auto">
          <a:xfrm rot="-5400000">
            <a:off x="5208588" y="-5208588"/>
            <a:ext cx="13970000" cy="24387175"/>
          </a:xfrm>
          <a:prstGeom prst="rect">
            <a:avLst/>
          </a:prstGeom>
          <a:solidFill>
            <a:srgbClr val="2F3A49">
              <a:alpha val="67842"/>
            </a:srgbClr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35" name="Imagen 34" descr="UGR-MARCA-01-negativ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138" y="3257550"/>
            <a:ext cx="7200900" cy="719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900F8E-CA9A-4AA4-9D27-D2E8DA4C8CAF}" type="slidenum">
              <a:rPr lang="en-US" altLang="es-ES" sz="1900" smtClean="0">
                <a:solidFill>
                  <a:schemeClr val="bg1"/>
                </a:solidFill>
                <a:latin typeface="Roboto Regular" charset="0"/>
                <a:cs typeface="Roboto Regular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s-ES" sz="1900">
              <a:solidFill>
                <a:schemeClr val="bg1"/>
              </a:solidFill>
              <a:latin typeface="Roboto Regular" charset="0"/>
              <a:cs typeface="Roboto Regular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347913" y="808038"/>
            <a:ext cx="20394612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6700">
                <a:solidFill>
                  <a:srgbClr val="D53044"/>
                </a:solidFill>
                <a:latin typeface="Roboto Black" charset="0"/>
                <a:cs typeface="Roboto Black" charset="0"/>
              </a:rPr>
              <a:t>ÍNDICE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1903413" y="1038225"/>
            <a:ext cx="200025" cy="1203325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chemeClr val="accent1"/>
              </a:solidFill>
            </a:endParaRP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2324100" y="1806575"/>
            <a:ext cx="203962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2900">
                <a:latin typeface="Roboto Medium" charset="0"/>
                <a:cs typeface="Roboto Regular" charset="0"/>
              </a:rPr>
              <a:t>UNIVERSIDAD DE GRANADA </a:t>
            </a:r>
            <a:r>
              <a:rPr lang="en-US" altLang="es-ES" sz="2900">
                <a:cs typeface="Roboto Regular" charset="0"/>
              </a:rPr>
              <a:t>· MODELO DE PRESENTACIÓN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967038" y="4124325"/>
            <a:ext cx="68119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>
                <a:solidFill>
                  <a:srgbClr val="D53044"/>
                </a:solidFill>
                <a:latin typeface="Roboto Black" charset="0"/>
                <a:cs typeface="Roboto Black" charset="0"/>
              </a:rPr>
              <a:t>1. Introducción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963863" y="6327775"/>
            <a:ext cx="52466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dirty="0">
                <a:solidFill>
                  <a:srgbClr val="D53044"/>
                </a:solidFill>
                <a:latin typeface="Roboto Black" charset="0"/>
                <a:cs typeface="Roboto Black" charset="0"/>
              </a:rPr>
              <a:t>3. </a:t>
            </a:r>
            <a:r>
              <a:rPr lang="en-US" altLang="es-ES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Metodología</a:t>
            </a:r>
            <a:endParaRPr lang="en-US" altLang="es-ES" dirty="0">
              <a:solidFill>
                <a:srgbClr val="D53044"/>
              </a:solidFill>
              <a:latin typeface="Roboto Black" charset="0"/>
              <a:cs typeface="Roboto Black" charset="0"/>
            </a:endParaRP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2965450" y="7339013"/>
            <a:ext cx="52451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dirty="0">
                <a:solidFill>
                  <a:srgbClr val="D53044"/>
                </a:solidFill>
                <a:latin typeface="Roboto Black" charset="0"/>
                <a:cs typeface="Roboto Black" charset="0"/>
              </a:rPr>
              <a:t>4. </a:t>
            </a:r>
            <a:r>
              <a:rPr lang="en-US" altLang="es-ES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Resultados</a:t>
            </a:r>
            <a:endParaRPr lang="en-US" altLang="es-ES" dirty="0">
              <a:solidFill>
                <a:srgbClr val="D53044"/>
              </a:solidFill>
              <a:latin typeface="Roboto Black" charset="0"/>
              <a:cs typeface="Roboto Black" charset="0"/>
            </a:endParaRP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2965450" y="8529638"/>
            <a:ext cx="75771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dirty="0">
                <a:solidFill>
                  <a:srgbClr val="D53044"/>
                </a:solidFill>
                <a:latin typeface="Roboto Black" charset="0"/>
                <a:cs typeface="Roboto Black" charset="0"/>
              </a:rPr>
              <a:t>5. </a:t>
            </a:r>
            <a:r>
              <a:rPr lang="en-US" altLang="es-ES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Conclusión</a:t>
            </a:r>
            <a:r>
              <a:rPr lang="en-US" altLang="es-ES" dirty="0">
                <a:solidFill>
                  <a:srgbClr val="D53044"/>
                </a:solidFill>
                <a:latin typeface="Roboto Black" charset="0"/>
                <a:cs typeface="Roboto Black" charset="0"/>
              </a:rPr>
              <a:t> y </a:t>
            </a:r>
            <a:r>
              <a:rPr lang="en-US" altLang="es-ES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líneas</a:t>
            </a:r>
            <a:r>
              <a:rPr lang="en-US" altLang="es-ES" dirty="0">
                <a:solidFill>
                  <a:srgbClr val="D53044"/>
                </a:solidFill>
                <a:latin typeface="Roboto Black" charset="0"/>
                <a:cs typeface="Roboto Black" charset="0"/>
              </a:rPr>
              <a:t> </a:t>
            </a:r>
            <a:r>
              <a:rPr lang="en-US" altLang="es-ES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futuras</a:t>
            </a:r>
            <a:endParaRPr lang="en-US" altLang="es-ES" dirty="0">
              <a:solidFill>
                <a:srgbClr val="D53044"/>
              </a:solidFill>
              <a:latin typeface="Roboto Black" charset="0"/>
              <a:cs typeface="Roboto Black" charset="0"/>
            </a:endParaRPr>
          </a:p>
        </p:txBody>
      </p:sp>
      <p:sp>
        <p:nvSpPr>
          <p:cNvPr id="31" name="TextBox 26"/>
          <p:cNvSpPr txBox="1">
            <a:spLocks noChangeArrowheads="1"/>
          </p:cNvSpPr>
          <p:nvPr/>
        </p:nvSpPr>
        <p:spPr bwMode="auto">
          <a:xfrm>
            <a:off x="2963863" y="5168480"/>
            <a:ext cx="68119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dirty="0">
                <a:solidFill>
                  <a:srgbClr val="D53044"/>
                </a:solidFill>
                <a:latin typeface="Roboto Black" charset="0"/>
                <a:cs typeface="Roboto Black" charset="0"/>
              </a:rPr>
              <a:t>2. </a:t>
            </a:r>
            <a:r>
              <a:rPr lang="en-US" altLang="es-ES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Objetivos</a:t>
            </a:r>
            <a:endParaRPr lang="en-US" altLang="es-ES" dirty="0">
              <a:solidFill>
                <a:srgbClr val="D53044"/>
              </a:solidFill>
              <a:latin typeface="Roboto Black" charset="0"/>
              <a:cs typeface="Roboto Black" charset="0"/>
            </a:endParaRPr>
          </a:p>
        </p:txBody>
      </p:sp>
    </p:spTree>
  </p:cSld>
  <p:clrMapOvr>
    <a:masterClrMapping/>
  </p:clrMapOvr>
  <p:transition spd="med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 animBg="1"/>
      <p:bldP spid="29" grpId="0"/>
      <p:bldP spid="27" grpId="0"/>
      <p:bldP spid="41" grpId="0"/>
      <p:bldP spid="48" grpId="0"/>
      <p:bldP spid="54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 bwMode="auto">
          <a:xfrm rot="-5400000">
            <a:off x="5208588" y="-5208588"/>
            <a:ext cx="13970000" cy="24387175"/>
          </a:xfrm>
          <a:prstGeom prst="rect">
            <a:avLst/>
          </a:prstGeom>
          <a:solidFill>
            <a:srgbClr val="2F3A49">
              <a:alpha val="78822"/>
            </a:srgbClr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076825" y="5226050"/>
            <a:ext cx="18540413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13800">
                <a:solidFill>
                  <a:schemeClr val="bg1"/>
                </a:solidFill>
                <a:latin typeface="Roboto Black" charset="0"/>
                <a:cs typeface="Roboto Black" charset="0"/>
              </a:rPr>
              <a:t>Introducción</a:t>
            </a:r>
          </a:p>
        </p:txBody>
      </p:sp>
      <p:sp>
        <p:nvSpPr>
          <p:cNvPr id="14" name="Freeform 67"/>
          <p:cNvSpPr>
            <a:spLocks/>
          </p:cNvSpPr>
          <p:nvPr/>
        </p:nvSpPr>
        <p:spPr bwMode="auto">
          <a:xfrm>
            <a:off x="2824163" y="5051425"/>
            <a:ext cx="2063750" cy="2216150"/>
          </a:xfrm>
          <a:custGeom>
            <a:avLst/>
            <a:gdLst>
              <a:gd name="T0" fmla="*/ 2147483646 w 453"/>
              <a:gd name="T1" fmla="*/ 2147483646 h 533"/>
              <a:gd name="T2" fmla="*/ 2147483646 w 453"/>
              <a:gd name="T3" fmla="*/ 2147483646 h 533"/>
              <a:gd name="T4" fmla="*/ 913211653 w 453"/>
              <a:gd name="T5" fmla="*/ 2147483646 h 533"/>
              <a:gd name="T6" fmla="*/ 0 w 453"/>
              <a:gd name="T7" fmla="*/ 2147483646 h 533"/>
              <a:gd name="T8" fmla="*/ 1826418750 w 453"/>
              <a:gd name="T9" fmla="*/ 2147483646 h 533"/>
              <a:gd name="T10" fmla="*/ 2147483646 w 453"/>
              <a:gd name="T11" fmla="*/ 2147483646 h 533"/>
              <a:gd name="T12" fmla="*/ 2013213182 w 453"/>
              <a:gd name="T13" fmla="*/ 2147483646 h 533"/>
              <a:gd name="T14" fmla="*/ 2147483646 w 453"/>
              <a:gd name="T15" fmla="*/ 2147483646 h 533"/>
              <a:gd name="T16" fmla="*/ 2147483646 w 453"/>
              <a:gd name="T17" fmla="*/ 2147483646 h 5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53" h="533">
                <a:moveTo>
                  <a:pt x="434" y="186"/>
                </a:moveTo>
                <a:lnTo>
                  <a:pt x="434" y="186"/>
                </a:lnTo>
                <a:cubicBezTo>
                  <a:pt x="151" y="301"/>
                  <a:pt x="266" y="0"/>
                  <a:pt x="44" y="160"/>
                </a:cubicBezTo>
                <a:cubicBezTo>
                  <a:pt x="0" y="178"/>
                  <a:pt x="0" y="178"/>
                  <a:pt x="0" y="178"/>
                </a:cubicBezTo>
                <a:cubicBezTo>
                  <a:pt x="88" y="532"/>
                  <a:pt x="88" y="532"/>
                  <a:pt x="88" y="532"/>
                </a:cubicBezTo>
                <a:cubicBezTo>
                  <a:pt x="141" y="532"/>
                  <a:pt x="141" y="532"/>
                  <a:pt x="141" y="532"/>
                </a:cubicBezTo>
                <a:cubicBezTo>
                  <a:pt x="97" y="355"/>
                  <a:pt x="97" y="355"/>
                  <a:pt x="97" y="355"/>
                </a:cubicBezTo>
                <a:cubicBezTo>
                  <a:pt x="293" y="195"/>
                  <a:pt x="213" y="532"/>
                  <a:pt x="443" y="195"/>
                </a:cubicBezTo>
                <a:cubicBezTo>
                  <a:pt x="452" y="195"/>
                  <a:pt x="443" y="186"/>
                  <a:pt x="434" y="186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08" tIns="45703" rIns="91408" bIns="45703" anchor="ctr"/>
          <a:lstStyle/>
          <a:p>
            <a:endParaRPr lang="en-US"/>
          </a:p>
        </p:txBody>
      </p:sp>
    </p:spTree>
  </p:cSld>
  <p:clrMapOvr>
    <a:masterClrMapping/>
  </p:clrMapOvr>
  <p:transition spd="med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EF6D2A0-8F75-4F12-AE3D-C6A755D10F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6D1561-3344-405E-B7DC-26752678BB45}" type="slidenum">
              <a:rPr lang="en-US" altLang="es-ES" smtClean="0"/>
              <a:pPr>
                <a:defRPr/>
              </a:pPr>
              <a:t>4</a:t>
            </a:fld>
            <a:endParaRPr lang="en-US" altLang="es-ES"/>
          </a:p>
        </p:txBody>
      </p:sp>
      <p:sp>
        <p:nvSpPr>
          <p:cNvPr id="3" name="TextBox 25">
            <a:extLst>
              <a:ext uri="{FF2B5EF4-FFF2-40B4-BE49-F238E27FC236}">
                <a16:creationId xmlns:a16="http://schemas.microsoft.com/office/drawing/2014/main" id="{26A7130D-1818-4528-8A1A-6696949FA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808038"/>
            <a:ext cx="20394612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6700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Infertilidad</a:t>
            </a:r>
            <a:r>
              <a:rPr lang="en-US" altLang="es-ES" sz="6700" dirty="0">
                <a:solidFill>
                  <a:srgbClr val="D53044"/>
                </a:solidFill>
                <a:latin typeface="Roboto Black" charset="0"/>
                <a:cs typeface="Roboto Black" charset="0"/>
              </a:rPr>
              <a:t> </a:t>
            </a:r>
            <a:r>
              <a:rPr lang="en-US" altLang="es-ES" sz="6700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maculina</a:t>
            </a:r>
            <a:r>
              <a:rPr lang="en-US" altLang="es-ES" sz="6700" dirty="0">
                <a:solidFill>
                  <a:srgbClr val="D53044"/>
                </a:solidFill>
                <a:latin typeface="Roboto Black" charset="0"/>
                <a:cs typeface="Roboto Black" charset="0"/>
              </a:rPr>
              <a:t> y </a:t>
            </a:r>
            <a:r>
              <a:rPr lang="en-US" altLang="es-ES" sz="6700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técnicas</a:t>
            </a:r>
            <a:r>
              <a:rPr lang="en-US" altLang="es-ES" sz="6700" dirty="0">
                <a:solidFill>
                  <a:srgbClr val="D53044"/>
                </a:solidFill>
                <a:latin typeface="Roboto Black" charset="0"/>
                <a:cs typeface="Roboto Black" charset="0"/>
              </a:rPr>
              <a:t> </a:t>
            </a:r>
            <a:r>
              <a:rPr lang="en-US" altLang="es-ES" sz="6700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actuales</a:t>
            </a:r>
            <a:endParaRPr lang="en-US" altLang="es-ES" sz="6700" dirty="0">
              <a:solidFill>
                <a:srgbClr val="D53044"/>
              </a:solidFill>
              <a:latin typeface="Roboto Black" charset="0"/>
              <a:cs typeface="Roboto Black" charset="0"/>
            </a:endParaRP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3487827A-E84B-44B7-98BC-48EA649FF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413" y="747277"/>
            <a:ext cx="200025" cy="1203325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chemeClr val="accent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FA1A6FB-D7E8-4A07-AFF9-C3EAF4891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3604" y="4120392"/>
            <a:ext cx="3149254" cy="472388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8A247B7-8B59-405C-8715-F2FACFAC945C}"/>
              </a:ext>
            </a:extLst>
          </p:cNvPr>
          <p:cNvSpPr txBox="1"/>
          <p:nvPr/>
        </p:nvSpPr>
        <p:spPr>
          <a:xfrm>
            <a:off x="630008" y="3672980"/>
            <a:ext cx="7692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Representa 30%-50% -&gt; 1 de cada 7 hombres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ED520D3-BAEE-4652-9869-CA1F5CCA5B3E}"/>
              </a:ext>
            </a:extLst>
          </p:cNvPr>
          <p:cNvSpPr txBox="1"/>
          <p:nvPr/>
        </p:nvSpPr>
        <p:spPr>
          <a:xfrm>
            <a:off x="1659081" y="8878652"/>
            <a:ext cx="998378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Principales causas:</a:t>
            </a:r>
            <a:endParaRPr lang="es-E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Alteraciones en espermatogénesis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Factores ambientales (estrés, tóxicos, calor, radiación, </a:t>
            </a:r>
            <a:r>
              <a:rPr lang="es-ES" sz="2800" dirty="0" err="1"/>
              <a:t>etc</a:t>
            </a:r>
            <a:r>
              <a:rPr lang="es-ES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Trastornos genéticos y hormonales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7DCAA33-B428-46CD-90A5-CDCE14701500}"/>
              </a:ext>
            </a:extLst>
          </p:cNvPr>
          <p:cNvSpPr txBox="1"/>
          <p:nvPr/>
        </p:nvSpPr>
        <p:spPr>
          <a:xfrm>
            <a:off x="17077675" y="3521706"/>
            <a:ext cx="52386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Parámetros clásicos:</a:t>
            </a:r>
            <a:endParaRPr lang="es-E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Concentración espermática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Morfología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Motilidad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D23FCB9-53DF-477E-B54A-973DE6B323FA}"/>
              </a:ext>
            </a:extLst>
          </p:cNvPr>
          <p:cNvSpPr txBox="1"/>
          <p:nvPr/>
        </p:nvSpPr>
        <p:spPr>
          <a:xfrm>
            <a:off x="18079187" y="5337588"/>
            <a:ext cx="45720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Limitación: análisis subjetivo y dependiente del observador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F64E08C-A95F-41B4-B316-DAA1547586CB}"/>
              </a:ext>
            </a:extLst>
          </p:cNvPr>
          <p:cNvSpPr txBox="1"/>
          <p:nvPr/>
        </p:nvSpPr>
        <p:spPr>
          <a:xfrm>
            <a:off x="13835350" y="7692149"/>
            <a:ext cx="848093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Técnicas tradicionales: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Análisis seminal (Volumen, Morfología, Motilidad)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Pruebas hormonales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Pruebas genéticas</a:t>
            </a:r>
          </a:p>
          <a:p>
            <a:endParaRPr lang="es-ES" sz="2800" dirty="0"/>
          </a:p>
          <a:p>
            <a:r>
              <a:rPr lang="es-ES" sz="2800" b="1" dirty="0"/>
              <a:t>Técnicas avanzadas: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CASA (</a:t>
            </a:r>
            <a:r>
              <a:rPr lang="es-ES" sz="2800" dirty="0" err="1"/>
              <a:t>Computer-Assisted</a:t>
            </a:r>
            <a:r>
              <a:rPr lang="es-ES" sz="2800" dirty="0"/>
              <a:t> </a:t>
            </a:r>
            <a:r>
              <a:rPr lang="es-ES" sz="2800" dirty="0" err="1"/>
              <a:t>Sperm</a:t>
            </a:r>
            <a:r>
              <a:rPr lang="es-ES" sz="2800" dirty="0"/>
              <a:t> </a:t>
            </a:r>
            <a:r>
              <a:rPr lang="es-ES" sz="2800" dirty="0" err="1"/>
              <a:t>Analysis</a:t>
            </a:r>
            <a:endParaRPr lang="es-ES" sz="2800" dirty="0"/>
          </a:p>
          <a:p>
            <a:endParaRPr lang="es-ES" sz="2800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27CAD315-EBA8-42FB-B112-3ECCF2A6C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15524" y="4097298"/>
            <a:ext cx="1069705" cy="1069705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A04B13EB-73B8-46AE-9B0A-9E9FB31301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5232" y="3689315"/>
            <a:ext cx="1197372" cy="1197372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C8330D4D-878C-4494-8089-7B34CCF7ED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48111" y="8745531"/>
            <a:ext cx="1187239" cy="1187239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AFE6FD32-B8CD-4217-894C-611AFBCACC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67891" y="8215195"/>
            <a:ext cx="1023459" cy="1023459"/>
          </a:xfrm>
          <a:prstGeom prst="rect">
            <a:avLst/>
          </a:prstGeom>
        </p:spPr>
      </p:pic>
      <p:pic>
        <p:nvPicPr>
          <p:cNvPr id="26" name="Gráfico 25" descr="Signo de exclamación">
            <a:extLst>
              <a:ext uri="{FF2B5EF4-FFF2-40B4-BE49-F238E27FC236}">
                <a16:creationId xmlns:a16="http://schemas.microsoft.com/office/drawing/2014/main" id="{48F66F18-A662-4753-8606-3C2C0011BA4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523040" y="5509336"/>
            <a:ext cx="661679" cy="661679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B31DDB0D-8731-4054-9A1E-78FDEC91A29F}"/>
              </a:ext>
            </a:extLst>
          </p:cNvPr>
          <p:cNvSpPr txBox="1"/>
          <p:nvPr/>
        </p:nvSpPr>
        <p:spPr>
          <a:xfrm>
            <a:off x="3409204" y="4887702"/>
            <a:ext cx="7692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Motilidad progresiva (PR): &gt;= 32 %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95D6F87-7DB8-4ECC-99E1-C21323F8EF65}"/>
              </a:ext>
            </a:extLst>
          </p:cNvPr>
          <p:cNvSpPr txBox="1"/>
          <p:nvPr/>
        </p:nvSpPr>
        <p:spPr>
          <a:xfrm>
            <a:off x="3409204" y="5686019"/>
            <a:ext cx="7692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Motilidad total (PR + NPR): &gt; 40 %</a:t>
            </a:r>
          </a:p>
        </p:txBody>
      </p:sp>
      <p:sp>
        <p:nvSpPr>
          <p:cNvPr id="29" name="Abrir llave 28">
            <a:extLst>
              <a:ext uri="{FF2B5EF4-FFF2-40B4-BE49-F238E27FC236}">
                <a16:creationId xmlns:a16="http://schemas.microsoft.com/office/drawing/2014/main" id="{EB5D6929-32CA-43FA-9E18-0BF1BB8BEA29}"/>
              </a:ext>
            </a:extLst>
          </p:cNvPr>
          <p:cNvSpPr/>
          <p:nvPr/>
        </p:nvSpPr>
        <p:spPr>
          <a:xfrm>
            <a:off x="3074297" y="4719078"/>
            <a:ext cx="188448" cy="1572617"/>
          </a:xfrm>
          <a:prstGeom prst="leftBrac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601B675-8082-4B17-AFF7-0E7583475CAB}"/>
              </a:ext>
            </a:extLst>
          </p:cNvPr>
          <p:cNvSpPr txBox="1"/>
          <p:nvPr/>
        </p:nvSpPr>
        <p:spPr>
          <a:xfrm>
            <a:off x="771412" y="5183691"/>
            <a:ext cx="2664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Hombre fértil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63985177-7AEA-4FB2-B534-F796BF3E4B76}"/>
              </a:ext>
            </a:extLst>
          </p:cNvPr>
          <p:cNvSpPr/>
          <p:nvPr/>
        </p:nvSpPr>
        <p:spPr>
          <a:xfrm>
            <a:off x="8610011" y="3614183"/>
            <a:ext cx="1197372" cy="1123950"/>
          </a:xfrm>
          <a:prstGeom prst="ellipse">
            <a:avLst/>
          </a:prstGeom>
          <a:noFill/>
          <a:ln>
            <a:solidFill>
              <a:srgbClr val="1D8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5D0AE579-776E-4EB3-B69E-38FDCF83AF60}"/>
              </a:ext>
            </a:extLst>
          </p:cNvPr>
          <p:cNvSpPr/>
          <p:nvPr/>
        </p:nvSpPr>
        <p:spPr>
          <a:xfrm>
            <a:off x="6880934" y="8183556"/>
            <a:ext cx="1197372" cy="1123950"/>
          </a:xfrm>
          <a:prstGeom prst="ellipse">
            <a:avLst/>
          </a:prstGeom>
          <a:noFill/>
          <a:ln>
            <a:solidFill>
              <a:srgbClr val="1D8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C6DC7F2B-8F62-4EEA-99F3-F6F95CBCBB96}"/>
              </a:ext>
            </a:extLst>
          </p:cNvPr>
          <p:cNvSpPr/>
          <p:nvPr/>
        </p:nvSpPr>
        <p:spPr>
          <a:xfrm>
            <a:off x="15880303" y="4025362"/>
            <a:ext cx="1197372" cy="1123950"/>
          </a:xfrm>
          <a:prstGeom prst="ellipse">
            <a:avLst/>
          </a:prstGeom>
          <a:noFill/>
          <a:ln>
            <a:solidFill>
              <a:srgbClr val="1D8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928FE129-D946-46AB-AF13-6440288E3BC2}"/>
              </a:ext>
            </a:extLst>
          </p:cNvPr>
          <p:cNvSpPr/>
          <p:nvPr/>
        </p:nvSpPr>
        <p:spPr>
          <a:xfrm>
            <a:off x="12681459" y="8679431"/>
            <a:ext cx="1197372" cy="1123950"/>
          </a:xfrm>
          <a:prstGeom prst="ellipse">
            <a:avLst/>
          </a:prstGeom>
          <a:noFill/>
          <a:ln>
            <a:solidFill>
              <a:srgbClr val="1D8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980E92A5-C79E-42E4-8076-8C66AA1E16F1}"/>
              </a:ext>
            </a:extLst>
          </p:cNvPr>
          <p:cNvCxnSpPr>
            <a:cxnSpLocks/>
            <a:endCxn id="18" idx="3"/>
          </p:cNvCxnSpPr>
          <p:nvPr/>
        </p:nvCxnSpPr>
        <p:spPr>
          <a:xfrm rot="16200000" flipV="1">
            <a:off x="9487282" y="4643323"/>
            <a:ext cx="1217386" cy="506742"/>
          </a:xfrm>
          <a:prstGeom prst="bentConnector2">
            <a:avLst/>
          </a:prstGeom>
          <a:ln>
            <a:solidFill>
              <a:srgbClr val="1D8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3440B0D4-928F-4709-B63D-FD7640CCC503}"/>
              </a:ext>
            </a:extLst>
          </p:cNvPr>
          <p:cNvCxnSpPr>
            <a:endCxn id="33" idx="6"/>
          </p:cNvCxnSpPr>
          <p:nvPr/>
        </p:nvCxnSpPr>
        <p:spPr>
          <a:xfrm rot="10800000" flipV="1">
            <a:off x="8078306" y="7909873"/>
            <a:ext cx="1660770" cy="835657"/>
          </a:xfrm>
          <a:prstGeom prst="bentConnector3">
            <a:avLst/>
          </a:prstGeom>
          <a:ln>
            <a:solidFill>
              <a:srgbClr val="1D8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A7A3F666-FEA8-4C71-8179-A626E5578783}"/>
              </a:ext>
            </a:extLst>
          </p:cNvPr>
          <p:cNvCxnSpPr>
            <a:endCxn id="34" idx="2"/>
          </p:cNvCxnSpPr>
          <p:nvPr/>
        </p:nvCxnSpPr>
        <p:spPr>
          <a:xfrm flipV="1">
            <a:off x="12681459" y="4587337"/>
            <a:ext cx="3198844" cy="730427"/>
          </a:xfrm>
          <a:prstGeom prst="bentConnector3">
            <a:avLst/>
          </a:prstGeom>
          <a:ln>
            <a:solidFill>
              <a:srgbClr val="1D8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3807D083-3E67-4BD2-BA9B-75E886EC6D08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1825495" y="7562760"/>
            <a:ext cx="1454650" cy="1116671"/>
          </a:xfrm>
          <a:prstGeom prst="bentConnector2">
            <a:avLst/>
          </a:prstGeom>
          <a:ln>
            <a:solidFill>
              <a:srgbClr val="1D8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500717"/>
      </p:ext>
    </p:extLst>
  </p:cSld>
  <p:clrMapOvr>
    <a:masterClrMapping/>
  </p:clrMapOvr>
  <p:transition spd="med" advClick="0"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 bwMode="auto">
          <a:xfrm rot="16200000">
            <a:off x="5208587" y="-5330825"/>
            <a:ext cx="13970001" cy="24387175"/>
          </a:xfrm>
          <a:prstGeom prst="rect">
            <a:avLst/>
          </a:prstGeom>
          <a:solidFill>
            <a:srgbClr val="2F3A49">
              <a:alpha val="72940"/>
            </a:srgbClr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076825" y="4770438"/>
            <a:ext cx="18540413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13800">
                <a:solidFill>
                  <a:schemeClr val="bg1"/>
                </a:solidFill>
                <a:latin typeface="Roboto Black" charset="0"/>
                <a:cs typeface="Roboto Black" charset="0"/>
              </a:rPr>
              <a:t>Objetivos</a:t>
            </a:r>
          </a:p>
        </p:txBody>
      </p:sp>
      <p:sp>
        <p:nvSpPr>
          <p:cNvPr id="11" name="Freeform 11"/>
          <p:cNvSpPr>
            <a:spLocks noChangeAspect="1" noEditPoints="1"/>
          </p:cNvSpPr>
          <p:nvPr/>
        </p:nvSpPr>
        <p:spPr bwMode="auto">
          <a:xfrm>
            <a:off x="2819400" y="5253038"/>
            <a:ext cx="1849438" cy="1828800"/>
          </a:xfrm>
          <a:custGeom>
            <a:avLst/>
            <a:gdLst>
              <a:gd name="T0" fmla="*/ 2147483646 w 906"/>
              <a:gd name="T1" fmla="*/ 2147483646 h 896"/>
              <a:gd name="T2" fmla="*/ 2147483646 w 906"/>
              <a:gd name="T3" fmla="*/ 2147483646 h 896"/>
              <a:gd name="T4" fmla="*/ 2147483646 w 906"/>
              <a:gd name="T5" fmla="*/ 2147483646 h 896"/>
              <a:gd name="T6" fmla="*/ 2147483646 w 906"/>
              <a:gd name="T7" fmla="*/ 2147483646 h 896"/>
              <a:gd name="T8" fmla="*/ 2147483646 w 906"/>
              <a:gd name="T9" fmla="*/ 0 h 896"/>
              <a:gd name="T10" fmla="*/ 2147483646 w 906"/>
              <a:gd name="T11" fmla="*/ 2147483646 h 896"/>
              <a:gd name="T12" fmla="*/ 2147483646 w 906"/>
              <a:gd name="T13" fmla="*/ 2147483646 h 896"/>
              <a:gd name="T14" fmla="*/ 2147483646 w 906"/>
              <a:gd name="T15" fmla="*/ 2147483646 h 896"/>
              <a:gd name="T16" fmla="*/ 2147483646 w 906"/>
              <a:gd name="T17" fmla="*/ 2147483646 h 896"/>
              <a:gd name="T18" fmla="*/ 2147483646 w 906"/>
              <a:gd name="T19" fmla="*/ 2147483646 h 896"/>
              <a:gd name="T20" fmla="*/ 2147483646 w 906"/>
              <a:gd name="T21" fmla="*/ 2147483646 h 896"/>
              <a:gd name="T22" fmla="*/ 2147483646 w 906"/>
              <a:gd name="T23" fmla="*/ 2147483646 h 896"/>
              <a:gd name="T24" fmla="*/ 2147483646 w 906"/>
              <a:gd name="T25" fmla="*/ 2147483646 h 896"/>
              <a:gd name="T26" fmla="*/ 2147483646 w 906"/>
              <a:gd name="T27" fmla="*/ 2147483646 h 896"/>
              <a:gd name="T28" fmla="*/ 2147483646 w 906"/>
              <a:gd name="T29" fmla="*/ 2147483646 h 896"/>
              <a:gd name="T30" fmla="*/ 2147483646 w 906"/>
              <a:gd name="T31" fmla="*/ 2147483646 h 896"/>
              <a:gd name="T32" fmla="*/ 2147483646 w 906"/>
              <a:gd name="T33" fmla="*/ 2147483646 h 896"/>
              <a:gd name="T34" fmla="*/ 2147483646 w 906"/>
              <a:gd name="T35" fmla="*/ 2147483646 h 896"/>
              <a:gd name="T36" fmla="*/ 2147483646 w 906"/>
              <a:gd name="T37" fmla="*/ 2147483646 h 896"/>
              <a:gd name="T38" fmla="*/ 2147483646 w 906"/>
              <a:gd name="T39" fmla="*/ 2147483646 h 896"/>
              <a:gd name="T40" fmla="*/ 2147483646 w 906"/>
              <a:gd name="T41" fmla="*/ 2147483646 h 896"/>
              <a:gd name="T42" fmla="*/ 2147483646 w 906"/>
              <a:gd name="T43" fmla="*/ 2147483646 h 896"/>
              <a:gd name="T44" fmla="*/ 2147483646 w 906"/>
              <a:gd name="T45" fmla="*/ 2147483646 h 896"/>
              <a:gd name="T46" fmla="*/ 2147483646 w 906"/>
              <a:gd name="T47" fmla="*/ 2147483646 h 896"/>
              <a:gd name="T48" fmla="*/ 2147483646 w 906"/>
              <a:gd name="T49" fmla="*/ 2147483646 h 896"/>
              <a:gd name="T50" fmla="*/ 2147483646 w 906"/>
              <a:gd name="T51" fmla="*/ 2147483646 h 896"/>
              <a:gd name="T52" fmla="*/ 2147483646 w 906"/>
              <a:gd name="T53" fmla="*/ 2147483646 h 896"/>
              <a:gd name="T54" fmla="*/ 2147483646 w 906"/>
              <a:gd name="T55" fmla="*/ 2147483646 h 896"/>
              <a:gd name="T56" fmla="*/ 2147483646 w 906"/>
              <a:gd name="T57" fmla="*/ 2147483646 h 896"/>
              <a:gd name="T58" fmla="*/ 2147483646 w 906"/>
              <a:gd name="T59" fmla="*/ 2147483646 h 89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906"/>
              <a:gd name="T91" fmla="*/ 0 h 896"/>
              <a:gd name="T92" fmla="*/ 906 w 906"/>
              <a:gd name="T93" fmla="*/ 896 h 896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906" h="896">
                <a:moveTo>
                  <a:pt x="876" y="793"/>
                </a:moveTo>
                <a:cubicBezTo>
                  <a:pt x="870" y="790"/>
                  <a:pt x="768" y="723"/>
                  <a:pt x="616" y="690"/>
                </a:cubicBezTo>
                <a:cubicBezTo>
                  <a:pt x="672" y="619"/>
                  <a:pt x="708" y="524"/>
                  <a:pt x="723" y="461"/>
                </a:cubicBezTo>
                <a:cubicBezTo>
                  <a:pt x="744" y="374"/>
                  <a:pt x="736" y="202"/>
                  <a:pt x="652" y="95"/>
                </a:cubicBezTo>
                <a:cubicBezTo>
                  <a:pt x="603" y="33"/>
                  <a:pt x="534" y="0"/>
                  <a:pt x="453" y="0"/>
                </a:cubicBezTo>
                <a:cubicBezTo>
                  <a:pt x="372" y="0"/>
                  <a:pt x="303" y="33"/>
                  <a:pt x="254" y="95"/>
                </a:cubicBezTo>
                <a:cubicBezTo>
                  <a:pt x="170" y="202"/>
                  <a:pt x="162" y="374"/>
                  <a:pt x="183" y="461"/>
                </a:cubicBezTo>
                <a:cubicBezTo>
                  <a:pt x="198" y="524"/>
                  <a:pt x="234" y="619"/>
                  <a:pt x="290" y="690"/>
                </a:cubicBezTo>
                <a:cubicBezTo>
                  <a:pt x="138" y="723"/>
                  <a:pt x="36" y="790"/>
                  <a:pt x="30" y="793"/>
                </a:cubicBezTo>
                <a:cubicBezTo>
                  <a:pt x="9" y="807"/>
                  <a:pt x="0" y="833"/>
                  <a:pt x="7" y="856"/>
                </a:cubicBezTo>
                <a:cubicBezTo>
                  <a:pt x="15" y="880"/>
                  <a:pt x="36" y="896"/>
                  <a:pt x="61" y="896"/>
                </a:cubicBezTo>
                <a:cubicBezTo>
                  <a:pt x="845" y="896"/>
                  <a:pt x="845" y="896"/>
                  <a:pt x="845" y="896"/>
                </a:cubicBezTo>
                <a:cubicBezTo>
                  <a:pt x="870" y="896"/>
                  <a:pt x="891" y="880"/>
                  <a:pt x="899" y="856"/>
                </a:cubicBezTo>
                <a:cubicBezTo>
                  <a:pt x="906" y="833"/>
                  <a:pt x="897" y="807"/>
                  <a:pt x="876" y="793"/>
                </a:cubicBezTo>
                <a:close/>
                <a:moveTo>
                  <a:pt x="572" y="655"/>
                </a:moveTo>
                <a:cubicBezTo>
                  <a:pt x="563" y="667"/>
                  <a:pt x="563" y="667"/>
                  <a:pt x="563" y="667"/>
                </a:cubicBezTo>
                <a:cubicBezTo>
                  <a:pt x="497" y="743"/>
                  <a:pt x="409" y="743"/>
                  <a:pt x="343" y="667"/>
                </a:cubicBezTo>
                <a:cubicBezTo>
                  <a:pt x="334" y="655"/>
                  <a:pt x="334" y="655"/>
                  <a:pt x="334" y="655"/>
                </a:cubicBezTo>
                <a:cubicBezTo>
                  <a:pt x="256" y="556"/>
                  <a:pt x="217" y="426"/>
                  <a:pt x="234" y="301"/>
                </a:cubicBezTo>
                <a:cubicBezTo>
                  <a:pt x="249" y="181"/>
                  <a:pt x="317" y="56"/>
                  <a:pt x="453" y="56"/>
                </a:cubicBezTo>
                <a:cubicBezTo>
                  <a:pt x="589" y="56"/>
                  <a:pt x="657" y="181"/>
                  <a:pt x="672" y="301"/>
                </a:cubicBezTo>
                <a:cubicBezTo>
                  <a:pt x="689" y="426"/>
                  <a:pt x="651" y="556"/>
                  <a:pt x="572" y="655"/>
                </a:cubicBezTo>
                <a:close/>
                <a:moveTo>
                  <a:pt x="61" y="840"/>
                </a:moveTo>
                <a:cubicBezTo>
                  <a:pt x="65" y="837"/>
                  <a:pt x="160" y="775"/>
                  <a:pt x="301" y="745"/>
                </a:cubicBezTo>
                <a:cubicBezTo>
                  <a:pt x="371" y="730"/>
                  <a:pt x="371" y="730"/>
                  <a:pt x="371" y="730"/>
                </a:cubicBezTo>
                <a:cubicBezTo>
                  <a:pt x="396" y="746"/>
                  <a:pt x="423" y="756"/>
                  <a:pt x="453" y="756"/>
                </a:cubicBezTo>
                <a:cubicBezTo>
                  <a:pt x="483" y="756"/>
                  <a:pt x="510" y="746"/>
                  <a:pt x="535" y="730"/>
                </a:cubicBezTo>
                <a:cubicBezTo>
                  <a:pt x="605" y="745"/>
                  <a:pt x="605" y="745"/>
                  <a:pt x="605" y="745"/>
                </a:cubicBezTo>
                <a:cubicBezTo>
                  <a:pt x="745" y="775"/>
                  <a:pt x="840" y="836"/>
                  <a:pt x="845" y="840"/>
                </a:cubicBezTo>
                <a:lnTo>
                  <a:pt x="61" y="8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08" tIns="45703" rIns="91408" bIns="45703"/>
          <a:lstStyle/>
          <a:p>
            <a:endParaRPr lang="en-US"/>
          </a:p>
        </p:txBody>
      </p:sp>
    </p:spTree>
  </p:cSld>
  <p:clrMapOvr>
    <a:masterClrMapping/>
  </p:clrMapOvr>
  <p:transition spd="med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número de diapositiva 1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A75D358-D7A9-4D53-97F9-9120C3866627}" type="slidenum">
              <a:rPr lang="en-US" altLang="es-ES" smtClean="0"/>
              <a:pPr/>
              <a:t>6</a:t>
            </a:fld>
            <a:endParaRPr lang="en-US" altLang="es-ES"/>
          </a:p>
        </p:txBody>
      </p:sp>
      <p:sp>
        <p:nvSpPr>
          <p:cNvPr id="3" name="TextBox 25">
            <a:extLst>
              <a:ext uri="{FF2B5EF4-FFF2-40B4-BE49-F238E27FC236}">
                <a16:creationId xmlns:a16="http://schemas.microsoft.com/office/drawing/2014/main" id="{5A763E83-8146-43C2-AB57-1D1E03FD2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808038"/>
            <a:ext cx="20394612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6700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Objetivos</a:t>
            </a:r>
            <a:endParaRPr lang="en-US" altLang="es-ES" sz="6700" dirty="0">
              <a:solidFill>
                <a:srgbClr val="D53044"/>
              </a:solidFill>
              <a:latin typeface="Roboto Black" charset="0"/>
              <a:cs typeface="Roboto Black" charset="0"/>
            </a:endParaRP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87AD2560-A8A2-4212-AAB2-224A56D9B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413" y="747277"/>
            <a:ext cx="200025" cy="1203325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 advClick="0"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 bwMode="auto">
          <a:xfrm rot="-5400000">
            <a:off x="5208588" y="-5208588"/>
            <a:ext cx="13970000" cy="24387175"/>
          </a:xfrm>
          <a:prstGeom prst="rect">
            <a:avLst/>
          </a:prstGeom>
          <a:solidFill>
            <a:srgbClr val="2F3A49">
              <a:alpha val="76862"/>
            </a:srgbClr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076825" y="4770438"/>
            <a:ext cx="18540413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13800">
                <a:solidFill>
                  <a:schemeClr val="bg1"/>
                </a:solidFill>
                <a:latin typeface="Roboto Black" charset="0"/>
                <a:cs typeface="Roboto Black" charset="0"/>
              </a:rPr>
              <a:t>Metodología</a:t>
            </a:r>
          </a:p>
        </p:txBody>
      </p:sp>
      <p:grpSp>
        <p:nvGrpSpPr>
          <p:cNvPr id="2" name="Group 12"/>
          <p:cNvGrpSpPr>
            <a:grpSpLocks noChangeAspect="1"/>
          </p:cNvGrpSpPr>
          <p:nvPr/>
        </p:nvGrpSpPr>
        <p:grpSpPr>
          <a:xfrm>
            <a:off x="2944373" y="5157620"/>
            <a:ext cx="1827422" cy="1828800"/>
            <a:chOff x="1588" y="4763"/>
            <a:chExt cx="2109787" cy="2111375"/>
          </a:xfrm>
          <a:solidFill>
            <a:schemeClr val="bg1"/>
          </a:solidFill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1588" y="4763"/>
              <a:ext cx="2109787" cy="2111375"/>
            </a:xfrm>
            <a:custGeom>
              <a:avLst/>
              <a:gdLst>
                <a:gd name="T0" fmla="*/ 362 w 560"/>
                <a:gd name="T1" fmla="*/ 176 h 560"/>
                <a:gd name="T2" fmla="*/ 280 w 560"/>
                <a:gd name="T3" fmla="*/ 0 h 560"/>
                <a:gd name="T4" fmla="*/ 158 w 560"/>
                <a:gd name="T5" fmla="*/ 179 h 560"/>
                <a:gd name="T6" fmla="*/ 140 w 560"/>
                <a:gd name="T7" fmla="*/ 189 h 560"/>
                <a:gd name="T8" fmla="*/ 53 w 560"/>
                <a:gd name="T9" fmla="*/ 175 h 560"/>
                <a:gd name="T10" fmla="*/ 0 w 560"/>
                <a:gd name="T11" fmla="*/ 508 h 560"/>
                <a:gd name="T12" fmla="*/ 105 w 560"/>
                <a:gd name="T13" fmla="*/ 560 h 560"/>
                <a:gd name="T14" fmla="*/ 153 w 560"/>
                <a:gd name="T15" fmla="*/ 530 h 560"/>
                <a:gd name="T16" fmla="*/ 158 w 560"/>
                <a:gd name="T17" fmla="*/ 531 h 560"/>
                <a:gd name="T18" fmla="*/ 333 w 560"/>
                <a:gd name="T19" fmla="*/ 560 h 560"/>
                <a:gd name="T20" fmla="*/ 491 w 560"/>
                <a:gd name="T21" fmla="*/ 526 h 560"/>
                <a:gd name="T22" fmla="*/ 499 w 560"/>
                <a:gd name="T23" fmla="*/ 477 h 560"/>
                <a:gd name="T24" fmla="*/ 528 w 560"/>
                <a:gd name="T25" fmla="*/ 384 h 560"/>
                <a:gd name="T26" fmla="*/ 545 w 560"/>
                <a:gd name="T27" fmla="*/ 294 h 560"/>
                <a:gd name="T28" fmla="*/ 560 w 560"/>
                <a:gd name="T29" fmla="*/ 252 h 560"/>
                <a:gd name="T30" fmla="*/ 510 w 560"/>
                <a:gd name="T31" fmla="*/ 183 h 560"/>
                <a:gd name="T32" fmla="*/ 105 w 560"/>
                <a:gd name="T33" fmla="*/ 525 h 560"/>
                <a:gd name="T34" fmla="*/ 35 w 560"/>
                <a:gd name="T35" fmla="*/ 508 h 560"/>
                <a:gd name="T36" fmla="*/ 53 w 560"/>
                <a:gd name="T37" fmla="*/ 210 h 560"/>
                <a:gd name="T38" fmla="*/ 123 w 560"/>
                <a:gd name="T39" fmla="*/ 228 h 560"/>
                <a:gd name="T40" fmla="*/ 525 w 560"/>
                <a:gd name="T41" fmla="*/ 254 h 560"/>
                <a:gd name="T42" fmla="*/ 455 w 560"/>
                <a:gd name="T43" fmla="*/ 280 h 560"/>
                <a:gd name="T44" fmla="*/ 455 w 560"/>
                <a:gd name="T45" fmla="*/ 298 h 560"/>
                <a:gd name="T46" fmla="*/ 517 w 560"/>
                <a:gd name="T47" fmla="*/ 330 h 560"/>
                <a:gd name="T48" fmla="*/ 438 w 560"/>
                <a:gd name="T49" fmla="*/ 368 h 560"/>
                <a:gd name="T50" fmla="*/ 438 w 560"/>
                <a:gd name="T51" fmla="*/ 385 h 560"/>
                <a:gd name="T52" fmla="*/ 495 w 560"/>
                <a:gd name="T53" fmla="*/ 421 h 560"/>
                <a:gd name="T54" fmla="*/ 420 w 560"/>
                <a:gd name="T55" fmla="*/ 455 h 560"/>
                <a:gd name="T56" fmla="*/ 420 w 560"/>
                <a:gd name="T57" fmla="*/ 473 h 560"/>
                <a:gd name="T58" fmla="*/ 465 w 560"/>
                <a:gd name="T59" fmla="*/ 497 h 560"/>
                <a:gd name="T60" fmla="*/ 429 w 560"/>
                <a:gd name="T61" fmla="*/ 525 h 560"/>
                <a:gd name="T62" fmla="*/ 236 w 560"/>
                <a:gd name="T63" fmla="*/ 514 h 560"/>
                <a:gd name="T64" fmla="*/ 140 w 560"/>
                <a:gd name="T65" fmla="*/ 479 h 560"/>
                <a:gd name="T66" fmla="*/ 154 w 560"/>
                <a:gd name="T67" fmla="*/ 219 h 560"/>
                <a:gd name="T68" fmla="*/ 263 w 560"/>
                <a:gd name="T69" fmla="*/ 53 h 560"/>
                <a:gd name="T70" fmla="*/ 331 w 560"/>
                <a:gd name="T71" fmla="*/ 118 h 560"/>
                <a:gd name="T72" fmla="*/ 504 w 560"/>
                <a:gd name="T73" fmla="*/ 217 h 560"/>
                <a:gd name="T74" fmla="*/ 525 w 560"/>
                <a:gd name="T75" fmla="*/ 254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60" h="560">
                  <a:moveTo>
                    <a:pt x="510" y="183"/>
                  </a:moveTo>
                  <a:cubicBezTo>
                    <a:pt x="489" y="178"/>
                    <a:pt x="437" y="178"/>
                    <a:pt x="362" y="176"/>
                  </a:cubicBezTo>
                  <a:cubicBezTo>
                    <a:pt x="365" y="159"/>
                    <a:pt x="366" y="144"/>
                    <a:pt x="366" y="118"/>
                  </a:cubicBezTo>
                  <a:cubicBezTo>
                    <a:pt x="366" y="55"/>
                    <a:pt x="320" y="0"/>
                    <a:pt x="280" y="0"/>
                  </a:cubicBezTo>
                  <a:cubicBezTo>
                    <a:pt x="251" y="0"/>
                    <a:pt x="228" y="23"/>
                    <a:pt x="228" y="52"/>
                  </a:cubicBezTo>
                  <a:cubicBezTo>
                    <a:pt x="227" y="87"/>
                    <a:pt x="216" y="148"/>
                    <a:pt x="158" y="179"/>
                  </a:cubicBezTo>
                  <a:cubicBezTo>
                    <a:pt x="153" y="181"/>
                    <a:pt x="141" y="187"/>
                    <a:pt x="139" y="188"/>
                  </a:cubicBezTo>
                  <a:cubicBezTo>
                    <a:pt x="140" y="189"/>
                    <a:pt x="140" y="189"/>
                    <a:pt x="140" y="189"/>
                  </a:cubicBezTo>
                  <a:cubicBezTo>
                    <a:pt x="131" y="181"/>
                    <a:pt x="118" y="175"/>
                    <a:pt x="105" y="175"/>
                  </a:cubicBezTo>
                  <a:cubicBezTo>
                    <a:pt x="53" y="175"/>
                    <a:pt x="53" y="175"/>
                    <a:pt x="53" y="175"/>
                  </a:cubicBezTo>
                  <a:cubicBezTo>
                    <a:pt x="24" y="175"/>
                    <a:pt x="0" y="199"/>
                    <a:pt x="0" y="228"/>
                  </a:cubicBezTo>
                  <a:cubicBezTo>
                    <a:pt x="0" y="508"/>
                    <a:pt x="0" y="508"/>
                    <a:pt x="0" y="508"/>
                  </a:cubicBezTo>
                  <a:cubicBezTo>
                    <a:pt x="0" y="536"/>
                    <a:pt x="24" y="560"/>
                    <a:pt x="53" y="560"/>
                  </a:cubicBezTo>
                  <a:cubicBezTo>
                    <a:pt x="105" y="560"/>
                    <a:pt x="105" y="560"/>
                    <a:pt x="105" y="560"/>
                  </a:cubicBezTo>
                  <a:cubicBezTo>
                    <a:pt x="126" y="560"/>
                    <a:pt x="143" y="547"/>
                    <a:pt x="152" y="530"/>
                  </a:cubicBezTo>
                  <a:cubicBezTo>
                    <a:pt x="152" y="530"/>
                    <a:pt x="152" y="530"/>
                    <a:pt x="153" y="530"/>
                  </a:cubicBezTo>
                  <a:cubicBezTo>
                    <a:pt x="154" y="530"/>
                    <a:pt x="155" y="531"/>
                    <a:pt x="157" y="531"/>
                  </a:cubicBezTo>
                  <a:cubicBezTo>
                    <a:pt x="157" y="531"/>
                    <a:pt x="157" y="531"/>
                    <a:pt x="158" y="531"/>
                  </a:cubicBezTo>
                  <a:cubicBezTo>
                    <a:pt x="168" y="534"/>
                    <a:pt x="187" y="538"/>
                    <a:pt x="228" y="548"/>
                  </a:cubicBezTo>
                  <a:cubicBezTo>
                    <a:pt x="237" y="550"/>
                    <a:pt x="284" y="560"/>
                    <a:pt x="333" y="560"/>
                  </a:cubicBezTo>
                  <a:cubicBezTo>
                    <a:pt x="429" y="560"/>
                    <a:pt x="429" y="560"/>
                    <a:pt x="429" y="560"/>
                  </a:cubicBezTo>
                  <a:cubicBezTo>
                    <a:pt x="458" y="560"/>
                    <a:pt x="479" y="549"/>
                    <a:pt x="491" y="526"/>
                  </a:cubicBezTo>
                  <a:cubicBezTo>
                    <a:pt x="492" y="526"/>
                    <a:pt x="496" y="518"/>
                    <a:pt x="499" y="507"/>
                  </a:cubicBezTo>
                  <a:cubicBezTo>
                    <a:pt x="501" y="499"/>
                    <a:pt x="502" y="488"/>
                    <a:pt x="499" y="477"/>
                  </a:cubicBezTo>
                  <a:cubicBezTo>
                    <a:pt x="518" y="464"/>
                    <a:pt x="524" y="444"/>
                    <a:pt x="528" y="431"/>
                  </a:cubicBezTo>
                  <a:cubicBezTo>
                    <a:pt x="535" y="411"/>
                    <a:pt x="533" y="395"/>
                    <a:pt x="528" y="384"/>
                  </a:cubicBezTo>
                  <a:cubicBezTo>
                    <a:pt x="539" y="374"/>
                    <a:pt x="548" y="359"/>
                    <a:pt x="551" y="335"/>
                  </a:cubicBezTo>
                  <a:cubicBezTo>
                    <a:pt x="554" y="321"/>
                    <a:pt x="551" y="306"/>
                    <a:pt x="545" y="294"/>
                  </a:cubicBezTo>
                  <a:cubicBezTo>
                    <a:pt x="555" y="283"/>
                    <a:pt x="559" y="269"/>
                    <a:pt x="560" y="256"/>
                  </a:cubicBezTo>
                  <a:cubicBezTo>
                    <a:pt x="560" y="252"/>
                    <a:pt x="560" y="252"/>
                    <a:pt x="560" y="252"/>
                  </a:cubicBezTo>
                  <a:cubicBezTo>
                    <a:pt x="560" y="250"/>
                    <a:pt x="560" y="248"/>
                    <a:pt x="560" y="243"/>
                  </a:cubicBezTo>
                  <a:cubicBezTo>
                    <a:pt x="560" y="221"/>
                    <a:pt x="545" y="193"/>
                    <a:pt x="510" y="183"/>
                  </a:cubicBezTo>
                  <a:close/>
                  <a:moveTo>
                    <a:pt x="123" y="508"/>
                  </a:moveTo>
                  <a:cubicBezTo>
                    <a:pt x="123" y="517"/>
                    <a:pt x="115" y="525"/>
                    <a:pt x="105" y="525"/>
                  </a:cubicBezTo>
                  <a:cubicBezTo>
                    <a:pt x="53" y="525"/>
                    <a:pt x="53" y="525"/>
                    <a:pt x="53" y="525"/>
                  </a:cubicBezTo>
                  <a:cubicBezTo>
                    <a:pt x="43" y="525"/>
                    <a:pt x="35" y="517"/>
                    <a:pt x="35" y="508"/>
                  </a:cubicBezTo>
                  <a:cubicBezTo>
                    <a:pt x="35" y="228"/>
                    <a:pt x="35" y="228"/>
                    <a:pt x="35" y="228"/>
                  </a:cubicBezTo>
                  <a:cubicBezTo>
                    <a:pt x="35" y="218"/>
                    <a:pt x="43" y="210"/>
                    <a:pt x="53" y="210"/>
                  </a:cubicBezTo>
                  <a:cubicBezTo>
                    <a:pt x="105" y="210"/>
                    <a:pt x="105" y="210"/>
                    <a:pt x="105" y="210"/>
                  </a:cubicBezTo>
                  <a:cubicBezTo>
                    <a:pt x="115" y="210"/>
                    <a:pt x="123" y="218"/>
                    <a:pt x="123" y="228"/>
                  </a:cubicBezTo>
                  <a:lnTo>
                    <a:pt x="123" y="508"/>
                  </a:lnTo>
                  <a:close/>
                  <a:moveTo>
                    <a:pt x="525" y="254"/>
                  </a:moveTo>
                  <a:cubicBezTo>
                    <a:pt x="524" y="263"/>
                    <a:pt x="521" y="280"/>
                    <a:pt x="490" y="280"/>
                  </a:cubicBezTo>
                  <a:cubicBezTo>
                    <a:pt x="464" y="280"/>
                    <a:pt x="455" y="280"/>
                    <a:pt x="455" y="280"/>
                  </a:cubicBezTo>
                  <a:cubicBezTo>
                    <a:pt x="450" y="280"/>
                    <a:pt x="446" y="284"/>
                    <a:pt x="446" y="289"/>
                  </a:cubicBezTo>
                  <a:cubicBezTo>
                    <a:pt x="446" y="294"/>
                    <a:pt x="450" y="298"/>
                    <a:pt x="455" y="298"/>
                  </a:cubicBezTo>
                  <a:cubicBezTo>
                    <a:pt x="455" y="298"/>
                    <a:pt x="463" y="298"/>
                    <a:pt x="489" y="298"/>
                  </a:cubicBezTo>
                  <a:cubicBezTo>
                    <a:pt x="515" y="298"/>
                    <a:pt x="519" y="319"/>
                    <a:pt x="517" y="330"/>
                  </a:cubicBezTo>
                  <a:cubicBezTo>
                    <a:pt x="515" y="343"/>
                    <a:pt x="509" y="368"/>
                    <a:pt x="479" y="368"/>
                  </a:cubicBezTo>
                  <a:cubicBezTo>
                    <a:pt x="450" y="368"/>
                    <a:pt x="438" y="368"/>
                    <a:pt x="438" y="368"/>
                  </a:cubicBezTo>
                  <a:cubicBezTo>
                    <a:pt x="433" y="368"/>
                    <a:pt x="429" y="371"/>
                    <a:pt x="429" y="376"/>
                  </a:cubicBezTo>
                  <a:cubicBezTo>
                    <a:pt x="429" y="381"/>
                    <a:pt x="433" y="385"/>
                    <a:pt x="438" y="385"/>
                  </a:cubicBezTo>
                  <a:cubicBezTo>
                    <a:pt x="438" y="385"/>
                    <a:pt x="458" y="385"/>
                    <a:pt x="472" y="385"/>
                  </a:cubicBezTo>
                  <a:cubicBezTo>
                    <a:pt x="501" y="385"/>
                    <a:pt x="499" y="408"/>
                    <a:pt x="495" y="421"/>
                  </a:cubicBezTo>
                  <a:cubicBezTo>
                    <a:pt x="489" y="439"/>
                    <a:pt x="486" y="455"/>
                    <a:pt x="448" y="455"/>
                  </a:cubicBezTo>
                  <a:cubicBezTo>
                    <a:pt x="436" y="455"/>
                    <a:pt x="420" y="455"/>
                    <a:pt x="420" y="455"/>
                  </a:cubicBezTo>
                  <a:cubicBezTo>
                    <a:pt x="415" y="455"/>
                    <a:pt x="411" y="459"/>
                    <a:pt x="411" y="464"/>
                  </a:cubicBezTo>
                  <a:cubicBezTo>
                    <a:pt x="411" y="469"/>
                    <a:pt x="415" y="473"/>
                    <a:pt x="420" y="473"/>
                  </a:cubicBezTo>
                  <a:cubicBezTo>
                    <a:pt x="420" y="473"/>
                    <a:pt x="432" y="473"/>
                    <a:pt x="447" y="473"/>
                  </a:cubicBezTo>
                  <a:cubicBezTo>
                    <a:pt x="466" y="473"/>
                    <a:pt x="467" y="491"/>
                    <a:pt x="465" y="497"/>
                  </a:cubicBezTo>
                  <a:cubicBezTo>
                    <a:pt x="463" y="504"/>
                    <a:pt x="461" y="509"/>
                    <a:pt x="461" y="510"/>
                  </a:cubicBezTo>
                  <a:cubicBezTo>
                    <a:pt x="455" y="519"/>
                    <a:pt x="447" y="525"/>
                    <a:pt x="429" y="525"/>
                  </a:cubicBezTo>
                  <a:cubicBezTo>
                    <a:pt x="333" y="525"/>
                    <a:pt x="333" y="525"/>
                    <a:pt x="333" y="525"/>
                  </a:cubicBezTo>
                  <a:cubicBezTo>
                    <a:pt x="285" y="525"/>
                    <a:pt x="237" y="514"/>
                    <a:pt x="236" y="514"/>
                  </a:cubicBezTo>
                  <a:cubicBezTo>
                    <a:pt x="163" y="497"/>
                    <a:pt x="160" y="496"/>
                    <a:pt x="155" y="494"/>
                  </a:cubicBezTo>
                  <a:cubicBezTo>
                    <a:pt x="155" y="494"/>
                    <a:pt x="140" y="492"/>
                    <a:pt x="140" y="479"/>
                  </a:cubicBezTo>
                  <a:cubicBezTo>
                    <a:pt x="140" y="237"/>
                    <a:pt x="140" y="237"/>
                    <a:pt x="140" y="237"/>
                  </a:cubicBezTo>
                  <a:cubicBezTo>
                    <a:pt x="140" y="229"/>
                    <a:pt x="145" y="222"/>
                    <a:pt x="154" y="219"/>
                  </a:cubicBezTo>
                  <a:cubicBezTo>
                    <a:pt x="155" y="219"/>
                    <a:pt x="156" y="218"/>
                    <a:pt x="158" y="218"/>
                  </a:cubicBezTo>
                  <a:cubicBezTo>
                    <a:pt x="237" y="185"/>
                    <a:pt x="262" y="112"/>
                    <a:pt x="263" y="53"/>
                  </a:cubicBezTo>
                  <a:cubicBezTo>
                    <a:pt x="263" y="44"/>
                    <a:pt x="269" y="35"/>
                    <a:pt x="280" y="35"/>
                  </a:cubicBezTo>
                  <a:cubicBezTo>
                    <a:pt x="299" y="35"/>
                    <a:pt x="331" y="72"/>
                    <a:pt x="331" y="118"/>
                  </a:cubicBezTo>
                  <a:cubicBezTo>
                    <a:pt x="331" y="160"/>
                    <a:pt x="330" y="167"/>
                    <a:pt x="315" y="210"/>
                  </a:cubicBezTo>
                  <a:cubicBezTo>
                    <a:pt x="490" y="210"/>
                    <a:pt x="489" y="213"/>
                    <a:pt x="504" y="217"/>
                  </a:cubicBezTo>
                  <a:cubicBezTo>
                    <a:pt x="523" y="222"/>
                    <a:pt x="525" y="238"/>
                    <a:pt x="525" y="243"/>
                  </a:cubicBezTo>
                  <a:cubicBezTo>
                    <a:pt x="525" y="249"/>
                    <a:pt x="525" y="248"/>
                    <a:pt x="525" y="2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defTabSz="121883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dirty="0">
                <a:latin typeface="+mn-lt"/>
                <a:ea typeface="+mn-ea"/>
              </a:endParaRPr>
            </a:p>
          </p:txBody>
        </p:sp>
        <p:sp>
          <p:nvSpPr>
            <p:cNvPr id="15" name="Freeform 6"/>
            <p:cNvSpPr>
              <a:spLocks noEditPoints="1"/>
            </p:cNvSpPr>
            <p:nvPr/>
          </p:nvSpPr>
          <p:spPr bwMode="auto">
            <a:xfrm>
              <a:off x="200025" y="1720851"/>
              <a:ext cx="196850" cy="200025"/>
            </a:xfrm>
            <a:custGeom>
              <a:avLst/>
              <a:gdLst>
                <a:gd name="T0" fmla="*/ 26 w 52"/>
                <a:gd name="T1" fmla="*/ 0 h 53"/>
                <a:gd name="T2" fmla="*/ 0 w 52"/>
                <a:gd name="T3" fmla="*/ 26 h 53"/>
                <a:gd name="T4" fmla="*/ 26 w 52"/>
                <a:gd name="T5" fmla="*/ 53 h 53"/>
                <a:gd name="T6" fmla="*/ 52 w 52"/>
                <a:gd name="T7" fmla="*/ 26 h 53"/>
                <a:gd name="T8" fmla="*/ 26 w 52"/>
                <a:gd name="T9" fmla="*/ 0 h 53"/>
                <a:gd name="T10" fmla="*/ 26 w 52"/>
                <a:gd name="T11" fmla="*/ 35 h 53"/>
                <a:gd name="T12" fmla="*/ 17 w 52"/>
                <a:gd name="T13" fmla="*/ 26 h 53"/>
                <a:gd name="T14" fmla="*/ 26 w 52"/>
                <a:gd name="T15" fmla="*/ 18 h 53"/>
                <a:gd name="T16" fmla="*/ 35 w 52"/>
                <a:gd name="T17" fmla="*/ 26 h 53"/>
                <a:gd name="T18" fmla="*/ 26 w 52"/>
                <a:gd name="T19" fmla="*/ 35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3">
                  <a:moveTo>
                    <a:pt x="26" y="0"/>
                  </a:moveTo>
                  <a:cubicBezTo>
                    <a:pt x="11" y="0"/>
                    <a:pt x="0" y="12"/>
                    <a:pt x="0" y="26"/>
                  </a:cubicBezTo>
                  <a:cubicBezTo>
                    <a:pt x="0" y="41"/>
                    <a:pt x="11" y="53"/>
                    <a:pt x="26" y="53"/>
                  </a:cubicBezTo>
                  <a:cubicBezTo>
                    <a:pt x="40" y="53"/>
                    <a:pt x="52" y="41"/>
                    <a:pt x="52" y="26"/>
                  </a:cubicBezTo>
                  <a:cubicBezTo>
                    <a:pt x="52" y="12"/>
                    <a:pt x="40" y="0"/>
                    <a:pt x="26" y="0"/>
                  </a:cubicBezTo>
                  <a:close/>
                  <a:moveTo>
                    <a:pt x="26" y="35"/>
                  </a:moveTo>
                  <a:cubicBezTo>
                    <a:pt x="21" y="35"/>
                    <a:pt x="17" y="31"/>
                    <a:pt x="17" y="26"/>
                  </a:cubicBezTo>
                  <a:cubicBezTo>
                    <a:pt x="17" y="21"/>
                    <a:pt x="21" y="18"/>
                    <a:pt x="26" y="18"/>
                  </a:cubicBezTo>
                  <a:cubicBezTo>
                    <a:pt x="31" y="18"/>
                    <a:pt x="35" y="21"/>
                    <a:pt x="35" y="26"/>
                  </a:cubicBezTo>
                  <a:cubicBezTo>
                    <a:pt x="35" y="31"/>
                    <a:pt x="31" y="35"/>
                    <a:pt x="26" y="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defTabSz="1218833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id-ID" dirty="0"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  <p:transition spd="med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9486EA9-91D6-4B10-B423-5EF0015D1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6D1561-3344-405E-B7DC-26752678BB45}" type="slidenum">
              <a:rPr lang="en-US" altLang="es-ES" smtClean="0"/>
              <a:pPr>
                <a:defRPr/>
              </a:pPr>
              <a:t>8</a:t>
            </a:fld>
            <a:endParaRPr lang="en-US" altLang="es-ES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12403094-7246-48A7-83D8-64DDB80431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9010157"/>
              </p:ext>
            </p:extLst>
          </p:nvPr>
        </p:nvGraphicFramePr>
        <p:xfrm>
          <a:off x="4619601" y="2634608"/>
          <a:ext cx="15147972" cy="9462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25">
            <a:extLst>
              <a:ext uri="{FF2B5EF4-FFF2-40B4-BE49-F238E27FC236}">
                <a16:creationId xmlns:a16="http://schemas.microsoft.com/office/drawing/2014/main" id="{CC9380AD-C473-4050-A9E7-4429A7A5C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7913" y="808038"/>
            <a:ext cx="20394612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6700" dirty="0" err="1">
                <a:solidFill>
                  <a:srgbClr val="D53044"/>
                </a:solidFill>
                <a:latin typeface="Roboto Black" charset="0"/>
                <a:cs typeface="Roboto Black" charset="0"/>
              </a:rPr>
              <a:t>DeepSpermMotility</a:t>
            </a:r>
            <a:endParaRPr lang="en-US" altLang="es-ES" sz="6700" dirty="0">
              <a:solidFill>
                <a:srgbClr val="D53044"/>
              </a:solidFill>
              <a:latin typeface="Roboto Black" charset="0"/>
              <a:cs typeface="Roboto Black" charset="0"/>
            </a:endParaRPr>
          </a:p>
        </p:txBody>
      </p:sp>
      <p:sp>
        <p:nvSpPr>
          <p:cNvPr id="5" name="Rectangle 27">
            <a:extLst>
              <a:ext uri="{FF2B5EF4-FFF2-40B4-BE49-F238E27FC236}">
                <a16:creationId xmlns:a16="http://schemas.microsoft.com/office/drawing/2014/main" id="{63D2E65C-BCE9-4C79-83BB-A2331B31F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413" y="747277"/>
            <a:ext cx="200025" cy="1203325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315404"/>
      </p:ext>
    </p:extLst>
  </p:cSld>
  <p:clrMapOvr>
    <a:masterClrMapping/>
  </p:clrMapOvr>
  <p:transition spd="med" advClick="0"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Marcador de número de diapositiva 1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574EE11-3C3F-456C-9378-898A97EB6A57}" type="slidenum">
              <a:rPr lang="en-US" altLang="es-ES" smtClean="0"/>
              <a:pPr/>
              <a:t>9</a:t>
            </a:fld>
            <a:endParaRPr lang="en-US" altLang="es-ES"/>
          </a:p>
        </p:txBody>
      </p:sp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2347913" y="1089025"/>
            <a:ext cx="20394612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6700">
                <a:solidFill>
                  <a:srgbClr val="D53044"/>
                </a:solidFill>
                <a:latin typeface="Roboto Black" charset="0"/>
                <a:cs typeface="Roboto Black" charset="0"/>
              </a:rPr>
              <a:t>Detección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903413" y="1039813"/>
            <a:ext cx="200025" cy="1204912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chemeClr val="accent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04179E4-7A90-4519-A608-74095A8FF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923" y="2087688"/>
            <a:ext cx="6096000" cy="4572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9F9C677-81A0-421B-88E9-4839BB590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1675" y="2212975"/>
            <a:ext cx="5928950" cy="444671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D89083A-AA41-48F1-88A2-18FB1DEA7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8044" y="7056312"/>
            <a:ext cx="6096000" cy="4572000"/>
          </a:xfrm>
          <a:prstGeom prst="rect">
            <a:avLst/>
          </a:prstGeom>
        </p:spPr>
      </p:pic>
    </p:spTree>
  </p:cSld>
  <p:clrMapOvr>
    <a:masterClrMapping/>
  </p:clrMapOvr>
  <p:transition spd="med" advClick="0"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Marcador de número de diapositiva 1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5D94DA3-05F5-4DA2-8FCB-6EBC4953692D}" type="slidenum">
              <a:rPr lang="en-US" altLang="es-ES" smtClean="0"/>
              <a:pPr/>
              <a:t>10</a:t>
            </a:fld>
            <a:endParaRPr lang="en-US" altLang="es-ES"/>
          </a:p>
        </p:txBody>
      </p:sp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2347913" y="1052513"/>
            <a:ext cx="20394612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6700">
                <a:solidFill>
                  <a:srgbClr val="D53044"/>
                </a:solidFill>
                <a:latin typeface="Roboto Black" charset="0"/>
                <a:cs typeface="Roboto Black" charset="0"/>
              </a:rPr>
              <a:t>Tracking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903413" y="1039813"/>
            <a:ext cx="200025" cy="1204912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chemeClr val="accent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4C0AB1-AAE2-4409-8877-2894CAEDC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998" y="4201433"/>
            <a:ext cx="4409853" cy="331146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3978CDE-6AFE-4316-BDCA-975AE0AE2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417" y="4184918"/>
            <a:ext cx="4728331" cy="332798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D3D9CDC-665D-4889-9BA5-2816289EB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21997" y="4184918"/>
            <a:ext cx="4732142" cy="332798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76DC990-BDD8-4183-A6FB-4CD305336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9999" y="8168629"/>
            <a:ext cx="4409853" cy="332798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7E27952-82AB-47A8-B16E-D5222468B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0539" y="8168630"/>
            <a:ext cx="4732142" cy="332798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A6744AC-9E65-4C13-A21B-ABFCCC125E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21997" y="8168630"/>
            <a:ext cx="4732142" cy="3327983"/>
          </a:xfrm>
          <a:prstGeom prst="rect">
            <a:avLst/>
          </a:prstGeom>
        </p:spPr>
      </p:pic>
    </p:spTree>
  </p:cSld>
  <p:clrMapOvr>
    <a:masterClrMapping/>
  </p:clrMapOvr>
  <p:transition spd="med" advClick="0"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Marcador de número de diapositiva 1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9504DBD5-8F24-4438-95DE-8A224DA7B24C}" type="slidenum">
              <a:rPr lang="en-US" altLang="es-ES" smtClean="0"/>
              <a:pPr/>
              <a:t>11</a:t>
            </a:fld>
            <a:endParaRPr lang="en-US" altLang="es-ES"/>
          </a:p>
        </p:txBody>
      </p:sp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2347913" y="1033463"/>
            <a:ext cx="20394612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6700">
                <a:solidFill>
                  <a:srgbClr val="D53044"/>
                </a:solidFill>
                <a:latin typeface="Roboto Black" charset="0"/>
                <a:cs typeface="Roboto Black" charset="0"/>
              </a:rPr>
              <a:t>Features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903413" y="1039813"/>
            <a:ext cx="200025" cy="1204912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chemeClr val="accent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235DFA-C36B-41AC-A488-4EB06276D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0042" y="4317639"/>
            <a:ext cx="11396239" cy="4410725"/>
          </a:xfrm>
          <a:prstGeom prst="rect">
            <a:avLst/>
          </a:prstGeom>
        </p:spPr>
      </p:pic>
    </p:spTree>
  </p:cSld>
  <p:clrMapOvr>
    <a:masterClrMapping/>
  </p:clrMapOvr>
  <p:transition spd="med" advClick="0"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Marcador de número de diapositiva 1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D61CC78-882A-45E3-AB0C-397F7150768A}" type="slidenum">
              <a:rPr lang="en-US" altLang="es-ES" smtClean="0"/>
              <a:pPr/>
              <a:t>12</a:t>
            </a:fld>
            <a:endParaRPr lang="en-US" altLang="es-ES"/>
          </a:p>
        </p:txBody>
      </p:sp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2347913" y="1014413"/>
            <a:ext cx="20394612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6700">
                <a:solidFill>
                  <a:srgbClr val="D53044"/>
                </a:solidFill>
                <a:latin typeface="Roboto Black" charset="0"/>
                <a:cs typeface="Roboto Black" charset="0"/>
              </a:rPr>
              <a:t>Reetiquetado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903413" y="1039813"/>
            <a:ext cx="200025" cy="1204912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 advClick="0"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Marcador de número de diapositiva 1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58A9D57-B538-48EA-9DD4-4FC3CA95E2D6}" type="slidenum">
              <a:rPr lang="en-US" altLang="es-ES" smtClean="0"/>
              <a:pPr/>
              <a:t>13</a:t>
            </a:fld>
            <a:endParaRPr lang="en-US" altLang="es-ES"/>
          </a:p>
        </p:txBody>
      </p:sp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2347913" y="1033463"/>
            <a:ext cx="20394612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6700">
                <a:solidFill>
                  <a:srgbClr val="D53044"/>
                </a:solidFill>
                <a:latin typeface="Roboto Black" charset="0"/>
                <a:cs typeface="Roboto Black" charset="0"/>
              </a:rPr>
              <a:t>Clasificación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1903413" y="1039813"/>
            <a:ext cx="200025" cy="1204912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med" advClick="0" advTm="2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 bwMode="auto">
          <a:xfrm rot="-5400000">
            <a:off x="5208588" y="-5208588"/>
            <a:ext cx="13970000" cy="24387175"/>
          </a:xfrm>
          <a:prstGeom prst="rect">
            <a:avLst/>
          </a:prstGeom>
          <a:solidFill>
            <a:srgbClr val="2F3A49">
              <a:alpha val="81960"/>
            </a:srgbClr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076825" y="4865688"/>
            <a:ext cx="18540413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13800">
                <a:solidFill>
                  <a:schemeClr val="bg1"/>
                </a:solidFill>
                <a:latin typeface="Roboto Black" charset="0"/>
                <a:cs typeface="Roboto Black" charset="0"/>
              </a:rPr>
              <a:t>Resultados</a:t>
            </a:r>
          </a:p>
        </p:txBody>
      </p:sp>
      <p:sp>
        <p:nvSpPr>
          <p:cNvPr id="13" name="Freeform 5"/>
          <p:cNvSpPr>
            <a:spLocks noEditPoints="1"/>
          </p:cNvSpPr>
          <p:nvPr/>
        </p:nvSpPr>
        <p:spPr bwMode="auto">
          <a:xfrm>
            <a:off x="2784475" y="5386388"/>
            <a:ext cx="1930400" cy="1719262"/>
          </a:xfrm>
          <a:custGeom>
            <a:avLst/>
            <a:gdLst>
              <a:gd name="T0" fmla="*/ 2147483646 w 2233"/>
              <a:gd name="T1" fmla="*/ 2147483646 h 1989"/>
              <a:gd name="T2" fmla="*/ 2147483646 w 2233"/>
              <a:gd name="T3" fmla="*/ 2147483646 h 1989"/>
              <a:gd name="T4" fmla="*/ 2147483646 w 2233"/>
              <a:gd name="T5" fmla="*/ 2147483646 h 1989"/>
              <a:gd name="T6" fmla="*/ 2147483646 w 2233"/>
              <a:gd name="T7" fmla="*/ 0 h 1989"/>
              <a:gd name="T8" fmla="*/ 2147483646 w 2233"/>
              <a:gd name="T9" fmla="*/ 0 h 1989"/>
              <a:gd name="T10" fmla="*/ 2147483646 w 2233"/>
              <a:gd name="T11" fmla="*/ 2147483646 h 1989"/>
              <a:gd name="T12" fmla="*/ 2147483646 w 2233"/>
              <a:gd name="T13" fmla="*/ 2147483646 h 1989"/>
              <a:gd name="T14" fmla="*/ 2147483646 w 2233"/>
              <a:gd name="T15" fmla="*/ 2147483646 h 1989"/>
              <a:gd name="T16" fmla="*/ 0 w 2233"/>
              <a:gd name="T17" fmla="*/ 2147483646 h 1989"/>
              <a:gd name="T18" fmla="*/ 0 w 2233"/>
              <a:gd name="T19" fmla="*/ 2147483646 h 1989"/>
              <a:gd name="T20" fmla="*/ 2147483646 w 2233"/>
              <a:gd name="T21" fmla="*/ 2147483646 h 1989"/>
              <a:gd name="T22" fmla="*/ 2147483646 w 2233"/>
              <a:gd name="T23" fmla="*/ 2147483646 h 1989"/>
              <a:gd name="T24" fmla="*/ 2147483646 w 2233"/>
              <a:gd name="T25" fmla="*/ 2147483646 h 1989"/>
              <a:gd name="T26" fmla="*/ 2147483646 w 2233"/>
              <a:gd name="T27" fmla="*/ 2147483646 h 1989"/>
              <a:gd name="T28" fmla="*/ 2147483646 w 2233"/>
              <a:gd name="T29" fmla="*/ 2147483646 h 1989"/>
              <a:gd name="T30" fmla="*/ 2147483646 w 2233"/>
              <a:gd name="T31" fmla="*/ 2147483646 h 1989"/>
              <a:gd name="T32" fmla="*/ 2147483646 w 2233"/>
              <a:gd name="T33" fmla="*/ 2147483646 h 1989"/>
              <a:gd name="T34" fmla="*/ 2147483646 w 2233"/>
              <a:gd name="T35" fmla="*/ 2147483646 h 1989"/>
              <a:gd name="T36" fmla="*/ 2147483646 w 2233"/>
              <a:gd name="T37" fmla="*/ 2147483646 h 1989"/>
              <a:gd name="T38" fmla="*/ 2147483646 w 2233"/>
              <a:gd name="T39" fmla="*/ 2147483646 h 1989"/>
              <a:gd name="T40" fmla="*/ 2147483646 w 2233"/>
              <a:gd name="T41" fmla="*/ 2147483646 h 1989"/>
              <a:gd name="T42" fmla="*/ 2147483646 w 2233"/>
              <a:gd name="T43" fmla="*/ 2147483646 h 1989"/>
              <a:gd name="T44" fmla="*/ 2147483646 w 2233"/>
              <a:gd name="T45" fmla="*/ 2147483646 h 1989"/>
              <a:gd name="T46" fmla="*/ 2147483646 w 2233"/>
              <a:gd name="T47" fmla="*/ 2147483646 h 1989"/>
              <a:gd name="T48" fmla="*/ 2147483646 w 2233"/>
              <a:gd name="T49" fmla="*/ 2147483646 h 1989"/>
              <a:gd name="T50" fmla="*/ 2147483646 w 2233"/>
              <a:gd name="T51" fmla="*/ 2147483646 h 1989"/>
              <a:gd name="T52" fmla="*/ 2147483646 w 2233"/>
              <a:gd name="T53" fmla="*/ 2147483646 h 1989"/>
              <a:gd name="T54" fmla="*/ 2147483646 w 2233"/>
              <a:gd name="T55" fmla="*/ 2147483646 h 1989"/>
              <a:gd name="T56" fmla="*/ 2147483646 w 2233"/>
              <a:gd name="T57" fmla="*/ 2147483646 h 1989"/>
              <a:gd name="T58" fmla="*/ 2147483646 w 2233"/>
              <a:gd name="T59" fmla="*/ 2147483646 h 1989"/>
              <a:gd name="T60" fmla="*/ 2147483646 w 2233"/>
              <a:gd name="T61" fmla="*/ 2147483646 h 1989"/>
              <a:gd name="T62" fmla="*/ 2147483646 w 2233"/>
              <a:gd name="T63" fmla="*/ 2147483646 h 1989"/>
              <a:gd name="T64" fmla="*/ 2147483646 w 2233"/>
              <a:gd name="T65" fmla="*/ 2147483646 h 1989"/>
              <a:gd name="T66" fmla="*/ 2147483646 w 2233"/>
              <a:gd name="T67" fmla="*/ 2147483646 h 1989"/>
              <a:gd name="T68" fmla="*/ 2147483646 w 2233"/>
              <a:gd name="T69" fmla="*/ 2147483646 h 1989"/>
              <a:gd name="T70" fmla="*/ 2147483646 w 2233"/>
              <a:gd name="T71" fmla="*/ 2147483646 h 1989"/>
              <a:gd name="T72" fmla="*/ 2147483646 w 2233"/>
              <a:gd name="T73" fmla="*/ 2147483646 h 1989"/>
              <a:gd name="T74" fmla="*/ 2147483646 w 2233"/>
              <a:gd name="T75" fmla="*/ 2147483646 h 1989"/>
              <a:gd name="T76" fmla="*/ 2147483646 w 2233"/>
              <a:gd name="T77" fmla="*/ 2147483646 h 1989"/>
              <a:gd name="T78" fmla="*/ 2147483646 w 2233"/>
              <a:gd name="T79" fmla="*/ 2147483646 h 1989"/>
              <a:gd name="T80" fmla="*/ 2147483646 w 2233"/>
              <a:gd name="T81" fmla="*/ 2147483646 h 1989"/>
              <a:gd name="T82" fmla="*/ 2147483646 w 2233"/>
              <a:gd name="T83" fmla="*/ 2147483646 h 1989"/>
              <a:gd name="T84" fmla="*/ 2147483646 w 2233"/>
              <a:gd name="T85" fmla="*/ 2147483646 h 1989"/>
              <a:gd name="T86" fmla="*/ 2147483646 w 2233"/>
              <a:gd name="T87" fmla="*/ 2147483646 h 1989"/>
              <a:gd name="T88" fmla="*/ 2147483646 w 2233"/>
              <a:gd name="T89" fmla="*/ 2147483646 h 1989"/>
              <a:gd name="T90" fmla="*/ 2147483646 w 2233"/>
              <a:gd name="T91" fmla="*/ 2147483646 h 1989"/>
              <a:gd name="T92" fmla="*/ 2147483646 w 2233"/>
              <a:gd name="T93" fmla="*/ 2147483646 h 1989"/>
              <a:gd name="T94" fmla="*/ 2147483646 w 2233"/>
              <a:gd name="T95" fmla="*/ 2147483646 h 1989"/>
              <a:gd name="T96" fmla="*/ 2147483646 w 2233"/>
              <a:gd name="T97" fmla="*/ 2147483646 h 1989"/>
              <a:gd name="T98" fmla="*/ 2147483646 w 2233"/>
              <a:gd name="T99" fmla="*/ 2147483646 h 1989"/>
              <a:gd name="T100" fmla="*/ 2147483646 w 2233"/>
              <a:gd name="T101" fmla="*/ 2147483646 h 1989"/>
              <a:gd name="T102" fmla="*/ 2147483646 w 2233"/>
              <a:gd name="T103" fmla="*/ 2147483646 h 1989"/>
              <a:gd name="T104" fmla="*/ 2147483646 w 2233"/>
              <a:gd name="T105" fmla="*/ 2147483646 h 1989"/>
              <a:gd name="T106" fmla="*/ 2147483646 w 2233"/>
              <a:gd name="T107" fmla="*/ 2147483646 h 1989"/>
              <a:gd name="T108" fmla="*/ 2147483646 w 2233"/>
              <a:gd name="T109" fmla="*/ 2147483646 h 1989"/>
              <a:gd name="T110" fmla="*/ 2147483646 w 2233"/>
              <a:gd name="T111" fmla="*/ 2147483646 h 1989"/>
              <a:gd name="T112" fmla="*/ 2147483646 w 2233"/>
              <a:gd name="T113" fmla="*/ 2147483646 h 1989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233"/>
              <a:gd name="T172" fmla="*/ 0 h 1989"/>
              <a:gd name="T173" fmla="*/ 2233 w 2233"/>
              <a:gd name="T174" fmla="*/ 1989 h 1989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233" h="1989">
                <a:moveTo>
                  <a:pt x="2008" y="356"/>
                </a:moveTo>
                <a:cubicBezTo>
                  <a:pt x="1539" y="356"/>
                  <a:pt x="1539" y="356"/>
                  <a:pt x="1539" y="356"/>
                </a:cubicBezTo>
                <a:cubicBezTo>
                  <a:pt x="1539" y="219"/>
                  <a:pt x="1539" y="219"/>
                  <a:pt x="1539" y="219"/>
                </a:cubicBezTo>
                <a:cubicBezTo>
                  <a:pt x="1539" y="98"/>
                  <a:pt x="1441" y="0"/>
                  <a:pt x="1320" y="0"/>
                </a:cubicBezTo>
                <a:cubicBezTo>
                  <a:pt x="913" y="0"/>
                  <a:pt x="913" y="0"/>
                  <a:pt x="913" y="0"/>
                </a:cubicBezTo>
                <a:cubicBezTo>
                  <a:pt x="793" y="0"/>
                  <a:pt x="695" y="98"/>
                  <a:pt x="695" y="219"/>
                </a:cubicBezTo>
                <a:cubicBezTo>
                  <a:pt x="695" y="356"/>
                  <a:pt x="695" y="356"/>
                  <a:pt x="695" y="356"/>
                </a:cubicBezTo>
                <a:cubicBezTo>
                  <a:pt x="226" y="356"/>
                  <a:pt x="226" y="356"/>
                  <a:pt x="226" y="356"/>
                </a:cubicBezTo>
                <a:cubicBezTo>
                  <a:pt x="102" y="356"/>
                  <a:pt x="0" y="457"/>
                  <a:pt x="0" y="582"/>
                </a:cubicBezTo>
                <a:cubicBezTo>
                  <a:pt x="0" y="1764"/>
                  <a:pt x="0" y="1764"/>
                  <a:pt x="0" y="1764"/>
                </a:cubicBezTo>
                <a:cubicBezTo>
                  <a:pt x="0" y="1888"/>
                  <a:pt x="102" y="1989"/>
                  <a:pt x="226" y="1989"/>
                </a:cubicBezTo>
                <a:cubicBezTo>
                  <a:pt x="2008" y="1989"/>
                  <a:pt x="2008" y="1989"/>
                  <a:pt x="2008" y="1989"/>
                </a:cubicBezTo>
                <a:cubicBezTo>
                  <a:pt x="2132" y="1989"/>
                  <a:pt x="2233" y="1888"/>
                  <a:pt x="2233" y="1764"/>
                </a:cubicBezTo>
                <a:cubicBezTo>
                  <a:pt x="2233" y="582"/>
                  <a:pt x="2233" y="582"/>
                  <a:pt x="2233" y="582"/>
                </a:cubicBezTo>
                <a:cubicBezTo>
                  <a:pt x="2233" y="457"/>
                  <a:pt x="2132" y="356"/>
                  <a:pt x="2008" y="356"/>
                </a:cubicBezTo>
                <a:close/>
                <a:moveTo>
                  <a:pt x="880" y="219"/>
                </a:moveTo>
                <a:cubicBezTo>
                  <a:pt x="880" y="201"/>
                  <a:pt x="895" y="186"/>
                  <a:pt x="913" y="186"/>
                </a:cubicBezTo>
                <a:cubicBezTo>
                  <a:pt x="1320" y="186"/>
                  <a:pt x="1320" y="186"/>
                  <a:pt x="1320" y="186"/>
                </a:cubicBezTo>
                <a:cubicBezTo>
                  <a:pt x="1339" y="186"/>
                  <a:pt x="1353" y="201"/>
                  <a:pt x="1353" y="219"/>
                </a:cubicBezTo>
                <a:cubicBezTo>
                  <a:pt x="1353" y="356"/>
                  <a:pt x="1353" y="356"/>
                  <a:pt x="1353" y="356"/>
                </a:cubicBezTo>
                <a:cubicBezTo>
                  <a:pt x="880" y="356"/>
                  <a:pt x="880" y="356"/>
                  <a:pt x="880" y="356"/>
                </a:cubicBezTo>
                <a:lnTo>
                  <a:pt x="880" y="219"/>
                </a:lnTo>
                <a:close/>
                <a:moveTo>
                  <a:pt x="226" y="489"/>
                </a:moveTo>
                <a:cubicBezTo>
                  <a:pt x="2008" y="489"/>
                  <a:pt x="2008" y="489"/>
                  <a:pt x="2008" y="489"/>
                </a:cubicBezTo>
                <a:cubicBezTo>
                  <a:pt x="2059" y="489"/>
                  <a:pt x="2100" y="531"/>
                  <a:pt x="2100" y="582"/>
                </a:cubicBezTo>
                <a:cubicBezTo>
                  <a:pt x="2100" y="1096"/>
                  <a:pt x="2100" y="1096"/>
                  <a:pt x="2100" y="1096"/>
                </a:cubicBezTo>
                <a:cubicBezTo>
                  <a:pt x="1285" y="1096"/>
                  <a:pt x="1285" y="1096"/>
                  <a:pt x="1285" y="1096"/>
                </a:cubicBezTo>
                <a:cubicBezTo>
                  <a:pt x="1285" y="1053"/>
                  <a:pt x="1285" y="1053"/>
                  <a:pt x="1285" y="1053"/>
                </a:cubicBezTo>
                <a:cubicBezTo>
                  <a:pt x="1285" y="1009"/>
                  <a:pt x="1250" y="973"/>
                  <a:pt x="1206" y="973"/>
                </a:cubicBezTo>
                <a:cubicBezTo>
                  <a:pt x="1027" y="973"/>
                  <a:pt x="1027" y="973"/>
                  <a:pt x="1027" y="973"/>
                </a:cubicBezTo>
                <a:cubicBezTo>
                  <a:pt x="984" y="973"/>
                  <a:pt x="948" y="1009"/>
                  <a:pt x="948" y="1053"/>
                </a:cubicBezTo>
                <a:cubicBezTo>
                  <a:pt x="948" y="1096"/>
                  <a:pt x="948" y="1096"/>
                  <a:pt x="948" y="1096"/>
                </a:cubicBezTo>
                <a:cubicBezTo>
                  <a:pt x="133" y="1096"/>
                  <a:pt x="133" y="1096"/>
                  <a:pt x="133" y="1096"/>
                </a:cubicBezTo>
                <a:cubicBezTo>
                  <a:pt x="133" y="582"/>
                  <a:pt x="133" y="582"/>
                  <a:pt x="133" y="582"/>
                </a:cubicBezTo>
                <a:cubicBezTo>
                  <a:pt x="133" y="531"/>
                  <a:pt x="175" y="489"/>
                  <a:pt x="226" y="489"/>
                </a:cubicBezTo>
                <a:close/>
                <a:moveTo>
                  <a:pt x="1015" y="1053"/>
                </a:moveTo>
                <a:cubicBezTo>
                  <a:pt x="1015" y="1046"/>
                  <a:pt x="1020" y="1040"/>
                  <a:pt x="1027" y="1040"/>
                </a:cubicBezTo>
                <a:cubicBezTo>
                  <a:pt x="1206" y="1040"/>
                  <a:pt x="1206" y="1040"/>
                  <a:pt x="1206" y="1040"/>
                </a:cubicBezTo>
                <a:cubicBezTo>
                  <a:pt x="1213" y="1040"/>
                  <a:pt x="1219" y="1046"/>
                  <a:pt x="1219" y="1053"/>
                </a:cubicBezTo>
                <a:cubicBezTo>
                  <a:pt x="1219" y="1231"/>
                  <a:pt x="1219" y="1231"/>
                  <a:pt x="1219" y="1231"/>
                </a:cubicBezTo>
                <a:cubicBezTo>
                  <a:pt x="1219" y="1238"/>
                  <a:pt x="1213" y="1244"/>
                  <a:pt x="1206" y="1244"/>
                </a:cubicBezTo>
                <a:cubicBezTo>
                  <a:pt x="1027" y="1244"/>
                  <a:pt x="1027" y="1244"/>
                  <a:pt x="1027" y="1244"/>
                </a:cubicBezTo>
                <a:cubicBezTo>
                  <a:pt x="1020" y="1244"/>
                  <a:pt x="1015" y="1238"/>
                  <a:pt x="1015" y="1231"/>
                </a:cubicBezTo>
                <a:lnTo>
                  <a:pt x="1015" y="1053"/>
                </a:lnTo>
                <a:close/>
                <a:moveTo>
                  <a:pt x="2008" y="1857"/>
                </a:moveTo>
                <a:cubicBezTo>
                  <a:pt x="226" y="1857"/>
                  <a:pt x="226" y="1857"/>
                  <a:pt x="226" y="1857"/>
                </a:cubicBezTo>
                <a:cubicBezTo>
                  <a:pt x="175" y="1857"/>
                  <a:pt x="133" y="1815"/>
                  <a:pt x="133" y="1764"/>
                </a:cubicBezTo>
                <a:cubicBezTo>
                  <a:pt x="133" y="1162"/>
                  <a:pt x="133" y="1162"/>
                  <a:pt x="133" y="1162"/>
                </a:cubicBezTo>
                <a:cubicBezTo>
                  <a:pt x="948" y="1162"/>
                  <a:pt x="948" y="1162"/>
                  <a:pt x="948" y="1162"/>
                </a:cubicBezTo>
                <a:cubicBezTo>
                  <a:pt x="948" y="1231"/>
                  <a:pt x="948" y="1231"/>
                  <a:pt x="948" y="1231"/>
                </a:cubicBezTo>
                <a:cubicBezTo>
                  <a:pt x="948" y="1275"/>
                  <a:pt x="984" y="1310"/>
                  <a:pt x="1027" y="1310"/>
                </a:cubicBezTo>
                <a:cubicBezTo>
                  <a:pt x="1206" y="1310"/>
                  <a:pt x="1206" y="1310"/>
                  <a:pt x="1206" y="1310"/>
                </a:cubicBezTo>
                <a:cubicBezTo>
                  <a:pt x="1250" y="1310"/>
                  <a:pt x="1285" y="1275"/>
                  <a:pt x="1285" y="1231"/>
                </a:cubicBezTo>
                <a:cubicBezTo>
                  <a:pt x="1285" y="1162"/>
                  <a:pt x="1285" y="1162"/>
                  <a:pt x="1285" y="1162"/>
                </a:cubicBezTo>
                <a:cubicBezTo>
                  <a:pt x="2100" y="1162"/>
                  <a:pt x="2100" y="1162"/>
                  <a:pt x="2100" y="1162"/>
                </a:cubicBezTo>
                <a:cubicBezTo>
                  <a:pt x="2100" y="1764"/>
                  <a:pt x="2100" y="1764"/>
                  <a:pt x="2100" y="1764"/>
                </a:cubicBezTo>
                <a:cubicBezTo>
                  <a:pt x="2100" y="1815"/>
                  <a:pt x="2059" y="1857"/>
                  <a:pt x="2008" y="185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08" tIns="45703" rIns="91408" bIns="45703"/>
          <a:lstStyle/>
          <a:p>
            <a:endParaRPr lang="en-US"/>
          </a:p>
        </p:txBody>
      </p:sp>
    </p:spTree>
  </p:cSld>
  <p:clrMapOvr>
    <a:masterClrMapping/>
  </p:clrMapOvr>
  <p:transition spd="med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Marcador de número de diapositiva 1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A4BB77E-4A75-4A13-BF22-8BA5FAD4C49D}" type="slidenum">
              <a:rPr lang="en-US" altLang="es-ES" smtClean="0"/>
              <a:pPr/>
              <a:t>15</a:t>
            </a:fld>
            <a:endParaRPr lang="en-US" altLang="es-ES"/>
          </a:p>
        </p:txBody>
      </p:sp>
    </p:spTree>
  </p:cSld>
  <p:clrMapOvr>
    <a:masterClrMapping/>
  </p:clrMapOvr>
  <p:transition spd="med" advClick="0" advTm="20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Marcador de número de diapositiva 1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E584C7D-3378-4F42-A7B0-6F3EFD685A07}" type="slidenum">
              <a:rPr lang="en-US" altLang="es-ES" smtClean="0"/>
              <a:pPr/>
              <a:t>16</a:t>
            </a:fld>
            <a:endParaRPr lang="en-US" altLang="es-ES"/>
          </a:p>
        </p:txBody>
      </p:sp>
    </p:spTree>
  </p:cSld>
  <p:clrMapOvr>
    <a:masterClrMapping/>
  </p:clrMapOvr>
  <p:transition spd="med" advClick="0" advTm="20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 bwMode="auto">
          <a:xfrm rot="-5400000">
            <a:off x="5208588" y="-5208588"/>
            <a:ext cx="13970000" cy="24387175"/>
          </a:xfrm>
          <a:prstGeom prst="rect">
            <a:avLst/>
          </a:prstGeom>
          <a:solidFill>
            <a:srgbClr val="2F3A49">
              <a:alpha val="72156"/>
            </a:srgbClr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076825" y="5414963"/>
            <a:ext cx="1854041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9600">
                <a:solidFill>
                  <a:schemeClr val="bg1"/>
                </a:solidFill>
                <a:latin typeface="Roboto Black" charset="0"/>
                <a:cs typeface="Roboto Black" charset="0"/>
              </a:rPr>
              <a:t>Conclusión y tabajos futuros</a:t>
            </a:r>
          </a:p>
        </p:txBody>
      </p:sp>
      <p:sp>
        <p:nvSpPr>
          <p:cNvPr id="9" name="Freeform 8"/>
          <p:cNvSpPr>
            <a:spLocks noChangeAspect="1" noEditPoints="1"/>
          </p:cNvSpPr>
          <p:nvPr/>
        </p:nvSpPr>
        <p:spPr bwMode="auto">
          <a:xfrm>
            <a:off x="3413125" y="5534025"/>
            <a:ext cx="1360488" cy="1547813"/>
          </a:xfrm>
          <a:custGeom>
            <a:avLst/>
            <a:gdLst>
              <a:gd name="T0" fmla="*/ 2147483646 w 192"/>
              <a:gd name="T1" fmla="*/ 2147483646 h 220"/>
              <a:gd name="T2" fmla="*/ 2147483646 w 192"/>
              <a:gd name="T3" fmla="*/ 2147483646 h 220"/>
              <a:gd name="T4" fmla="*/ 2147483646 w 192"/>
              <a:gd name="T5" fmla="*/ 0 h 220"/>
              <a:gd name="T6" fmla="*/ 2147483646 w 192"/>
              <a:gd name="T7" fmla="*/ 0 h 220"/>
              <a:gd name="T8" fmla="*/ 2147483646 w 192"/>
              <a:gd name="T9" fmla="*/ 2147483646 h 220"/>
              <a:gd name="T10" fmla="*/ 2147483646 w 192"/>
              <a:gd name="T11" fmla="*/ 2147483646 h 220"/>
              <a:gd name="T12" fmla="*/ 0 w 192"/>
              <a:gd name="T13" fmla="*/ 2147483646 h 220"/>
              <a:gd name="T14" fmla="*/ 0 w 192"/>
              <a:gd name="T15" fmla="*/ 2147483646 h 220"/>
              <a:gd name="T16" fmla="*/ 2147483646 w 192"/>
              <a:gd name="T17" fmla="*/ 2147483646 h 220"/>
              <a:gd name="T18" fmla="*/ 2147483646 w 192"/>
              <a:gd name="T19" fmla="*/ 2147483646 h 220"/>
              <a:gd name="T20" fmla="*/ 2147483646 w 192"/>
              <a:gd name="T21" fmla="*/ 2147483646 h 220"/>
              <a:gd name="T22" fmla="*/ 2147483646 w 192"/>
              <a:gd name="T23" fmla="*/ 2147483646 h 220"/>
              <a:gd name="T24" fmla="*/ 2147483646 w 192"/>
              <a:gd name="T25" fmla="*/ 2147483646 h 220"/>
              <a:gd name="T26" fmla="*/ 2147483646 w 192"/>
              <a:gd name="T27" fmla="*/ 2147483646 h 220"/>
              <a:gd name="T28" fmla="*/ 2147483646 w 192"/>
              <a:gd name="T29" fmla="*/ 2147483646 h 220"/>
              <a:gd name="T30" fmla="*/ 2147483646 w 192"/>
              <a:gd name="T31" fmla="*/ 2147483646 h 220"/>
              <a:gd name="T32" fmla="*/ 2147483646 w 192"/>
              <a:gd name="T33" fmla="*/ 2147483646 h 220"/>
              <a:gd name="T34" fmla="*/ 2147483646 w 192"/>
              <a:gd name="T35" fmla="*/ 2147483646 h 220"/>
              <a:gd name="T36" fmla="*/ 2147483646 w 192"/>
              <a:gd name="T37" fmla="*/ 2147483646 h 220"/>
              <a:gd name="T38" fmla="*/ 2147483646 w 192"/>
              <a:gd name="T39" fmla="*/ 2147483646 h 220"/>
              <a:gd name="T40" fmla="*/ 2147483646 w 192"/>
              <a:gd name="T41" fmla="*/ 2147483646 h 220"/>
              <a:gd name="T42" fmla="*/ 2147483646 w 192"/>
              <a:gd name="T43" fmla="*/ 2147483646 h 220"/>
              <a:gd name="T44" fmla="*/ 2147483646 w 192"/>
              <a:gd name="T45" fmla="*/ 2147483646 h 220"/>
              <a:gd name="T46" fmla="*/ 2147483646 w 192"/>
              <a:gd name="T47" fmla="*/ 2147483646 h 220"/>
              <a:gd name="T48" fmla="*/ 2147483646 w 192"/>
              <a:gd name="T49" fmla="*/ 2147483646 h 220"/>
              <a:gd name="T50" fmla="*/ 2147483646 w 192"/>
              <a:gd name="T51" fmla="*/ 2147483646 h 220"/>
              <a:gd name="T52" fmla="*/ 2147483646 w 192"/>
              <a:gd name="T53" fmla="*/ 2147483646 h 220"/>
              <a:gd name="T54" fmla="*/ 2147483646 w 192"/>
              <a:gd name="T55" fmla="*/ 2147483646 h 220"/>
              <a:gd name="T56" fmla="*/ 2147483646 w 192"/>
              <a:gd name="T57" fmla="*/ 2147483646 h 220"/>
              <a:gd name="T58" fmla="*/ 2147483646 w 192"/>
              <a:gd name="T59" fmla="*/ 2147483646 h 220"/>
              <a:gd name="T60" fmla="*/ 2147483646 w 192"/>
              <a:gd name="T61" fmla="*/ 2147483646 h 220"/>
              <a:gd name="T62" fmla="*/ 2147483646 w 192"/>
              <a:gd name="T63" fmla="*/ 2147483646 h 220"/>
              <a:gd name="T64" fmla="*/ 2147483646 w 192"/>
              <a:gd name="T65" fmla="*/ 2147483646 h 220"/>
              <a:gd name="T66" fmla="*/ 2147483646 w 192"/>
              <a:gd name="T67" fmla="*/ 2147483646 h 220"/>
              <a:gd name="T68" fmla="*/ 2147483646 w 192"/>
              <a:gd name="T69" fmla="*/ 2147483646 h 220"/>
              <a:gd name="T70" fmla="*/ 2147483646 w 192"/>
              <a:gd name="T71" fmla="*/ 2147483646 h 220"/>
              <a:gd name="T72" fmla="*/ 2147483646 w 192"/>
              <a:gd name="T73" fmla="*/ 2147483646 h 220"/>
              <a:gd name="T74" fmla="*/ 2147483646 w 192"/>
              <a:gd name="T75" fmla="*/ 2147483646 h 220"/>
              <a:gd name="T76" fmla="*/ 2147483646 w 192"/>
              <a:gd name="T77" fmla="*/ 2147483646 h 220"/>
              <a:gd name="T78" fmla="*/ 2147483646 w 192"/>
              <a:gd name="T79" fmla="*/ 2147483646 h 220"/>
              <a:gd name="T80" fmla="*/ 2147483646 w 192"/>
              <a:gd name="T81" fmla="*/ 2147483646 h 220"/>
              <a:gd name="T82" fmla="*/ 2147483646 w 192"/>
              <a:gd name="T83" fmla="*/ 2147483646 h 220"/>
              <a:gd name="T84" fmla="*/ 2147483646 w 192"/>
              <a:gd name="T85" fmla="*/ 2147483646 h 220"/>
              <a:gd name="T86" fmla="*/ 2147483646 w 192"/>
              <a:gd name="T87" fmla="*/ 2147483646 h 220"/>
              <a:gd name="T88" fmla="*/ 2147483646 w 192"/>
              <a:gd name="T89" fmla="*/ 2147483646 h 220"/>
              <a:gd name="T90" fmla="*/ 2147483646 w 192"/>
              <a:gd name="T91" fmla="*/ 2147483646 h 220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w 192"/>
              <a:gd name="T139" fmla="*/ 0 h 220"/>
              <a:gd name="T140" fmla="*/ 192 w 192"/>
              <a:gd name="T141" fmla="*/ 220 h 220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T138" t="T139" r="T140" b="T141"/>
            <a:pathLst>
              <a:path w="192" h="220">
                <a:moveTo>
                  <a:pt x="179" y="35"/>
                </a:moveTo>
                <a:cubicBezTo>
                  <a:pt x="171" y="9"/>
                  <a:pt x="171" y="9"/>
                  <a:pt x="171" y="9"/>
                </a:cubicBezTo>
                <a:cubicBezTo>
                  <a:pt x="169" y="4"/>
                  <a:pt x="164" y="0"/>
                  <a:pt x="158" y="0"/>
                </a:cubicBezTo>
                <a:cubicBezTo>
                  <a:pt x="34" y="0"/>
                  <a:pt x="34" y="0"/>
                  <a:pt x="34" y="0"/>
                </a:cubicBezTo>
                <a:cubicBezTo>
                  <a:pt x="28" y="0"/>
                  <a:pt x="23" y="4"/>
                  <a:pt x="21" y="9"/>
                </a:cubicBezTo>
                <a:cubicBezTo>
                  <a:pt x="13" y="35"/>
                  <a:pt x="13" y="35"/>
                  <a:pt x="13" y="35"/>
                </a:cubicBezTo>
                <a:cubicBezTo>
                  <a:pt x="5" y="35"/>
                  <a:pt x="0" y="41"/>
                  <a:pt x="0" y="48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76"/>
                  <a:pt x="6" y="82"/>
                  <a:pt x="13" y="82"/>
                </a:cubicBezTo>
                <a:cubicBezTo>
                  <a:pt x="21" y="82"/>
                  <a:pt x="21" y="82"/>
                  <a:pt x="21" y="82"/>
                </a:cubicBezTo>
                <a:cubicBezTo>
                  <a:pt x="21" y="83"/>
                  <a:pt x="20" y="83"/>
                  <a:pt x="20" y="84"/>
                </a:cubicBezTo>
                <a:cubicBezTo>
                  <a:pt x="34" y="208"/>
                  <a:pt x="34" y="208"/>
                  <a:pt x="34" y="208"/>
                </a:cubicBezTo>
                <a:cubicBezTo>
                  <a:pt x="35" y="215"/>
                  <a:pt x="41" y="220"/>
                  <a:pt x="48" y="220"/>
                </a:cubicBezTo>
                <a:cubicBezTo>
                  <a:pt x="144" y="220"/>
                  <a:pt x="144" y="220"/>
                  <a:pt x="144" y="220"/>
                </a:cubicBezTo>
                <a:cubicBezTo>
                  <a:pt x="151" y="220"/>
                  <a:pt x="157" y="215"/>
                  <a:pt x="158" y="208"/>
                </a:cubicBezTo>
                <a:cubicBezTo>
                  <a:pt x="172" y="84"/>
                  <a:pt x="172" y="84"/>
                  <a:pt x="172" y="84"/>
                </a:cubicBezTo>
                <a:cubicBezTo>
                  <a:pt x="172" y="83"/>
                  <a:pt x="171" y="83"/>
                  <a:pt x="171" y="82"/>
                </a:cubicBezTo>
                <a:cubicBezTo>
                  <a:pt x="179" y="82"/>
                  <a:pt x="179" y="82"/>
                  <a:pt x="179" y="82"/>
                </a:cubicBezTo>
                <a:cubicBezTo>
                  <a:pt x="186" y="82"/>
                  <a:pt x="192" y="76"/>
                  <a:pt x="192" y="69"/>
                </a:cubicBezTo>
                <a:cubicBezTo>
                  <a:pt x="192" y="48"/>
                  <a:pt x="192" y="48"/>
                  <a:pt x="192" y="48"/>
                </a:cubicBezTo>
                <a:cubicBezTo>
                  <a:pt x="192" y="41"/>
                  <a:pt x="186" y="35"/>
                  <a:pt x="179" y="35"/>
                </a:cubicBezTo>
                <a:close/>
                <a:moveTo>
                  <a:pt x="34" y="14"/>
                </a:moveTo>
                <a:cubicBezTo>
                  <a:pt x="158" y="14"/>
                  <a:pt x="158" y="14"/>
                  <a:pt x="158" y="14"/>
                </a:cubicBezTo>
                <a:cubicBezTo>
                  <a:pt x="165" y="34"/>
                  <a:pt x="165" y="34"/>
                  <a:pt x="165" y="34"/>
                </a:cubicBezTo>
                <a:cubicBezTo>
                  <a:pt x="27" y="34"/>
                  <a:pt x="27" y="34"/>
                  <a:pt x="27" y="34"/>
                </a:cubicBezTo>
                <a:lnTo>
                  <a:pt x="34" y="14"/>
                </a:lnTo>
                <a:close/>
                <a:moveTo>
                  <a:pt x="48" y="206"/>
                </a:moveTo>
                <a:cubicBezTo>
                  <a:pt x="46" y="186"/>
                  <a:pt x="46" y="186"/>
                  <a:pt x="46" y="186"/>
                </a:cubicBezTo>
                <a:cubicBezTo>
                  <a:pt x="146" y="186"/>
                  <a:pt x="146" y="186"/>
                  <a:pt x="146" y="186"/>
                </a:cubicBezTo>
                <a:cubicBezTo>
                  <a:pt x="144" y="206"/>
                  <a:pt x="144" y="206"/>
                  <a:pt x="144" y="206"/>
                </a:cubicBezTo>
                <a:lnTo>
                  <a:pt x="48" y="206"/>
                </a:lnTo>
                <a:close/>
                <a:moveTo>
                  <a:pt x="147" y="179"/>
                </a:moveTo>
                <a:cubicBezTo>
                  <a:pt x="45" y="179"/>
                  <a:pt x="45" y="179"/>
                  <a:pt x="45" y="179"/>
                </a:cubicBezTo>
                <a:cubicBezTo>
                  <a:pt x="37" y="110"/>
                  <a:pt x="37" y="110"/>
                  <a:pt x="37" y="110"/>
                </a:cubicBezTo>
                <a:cubicBezTo>
                  <a:pt x="155" y="110"/>
                  <a:pt x="155" y="110"/>
                  <a:pt x="155" y="110"/>
                </a:cubicBezTo>
                <a:lnTo>
                  <a:pt x="147" y="179"/>
                </a:lnTo>
                <a:close/>
                <a:moveTo>
                  <a:pt x="156" y="103"/>
                </a:moveTo>
                <a:cubicBezTo>
                  <a:pt x="36" y="103"/>
                  <a:pt x="36" y="103"/>
                  <a:pt x="36" y="103"/>
                </a:cubicBezTo>
                <a:cubicBezTo>
                  <a:pt x="34" y="82"/>
                  <a:pt x="34" y="82"/>
                  <a:pt x="34" y="82"/>
                </a:cubicBezTo>
                <a:cubicBezTo>
                  <a:pt x="158" y="82"/>
                  <a:pt x="158" y="82"/>
                  <a:pt x="158" y="82"/>
                </a:cubicBezTo>
                <a:lnTo>
                  <a:pt x="156" y="103"/>
                </a:lnTo>
                <a:close/>
                <a:moveTo>
                  <a:pt x="179" y="69"/>
                </a:moveTo>
                <a:cubicBezTo>
                  <a:pt x="13" y="69"/>
                  <a:pt x="13" y="69"/>
                  <a:pt x="13" y="69"/>
                </a:cubicBezTo>
                <a:cubicBezTo>
                  <a:pt x="13" y="48"/>
                  <a:pt x="13" y="48"/>
                  <a:pt x="13" y="48"/>
                </a:cubicBezTo>
                <a:cubicBezTo>
                  <a:pt x="179" y="48"/>
                  <a:pt x="179" y="48"/>
                  <a:pt x="179" y="48"/>
                </a:cubicBezTo>
                <a:lnTo>
                  <a:pt x="179" y="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1408" tIns="45703" rIns="91408" bIns="45703"/>
          <a:lstStyle/>
          <a:p>
            <a:endParaRPr lang="en-US"/>
          </a:p>
        </p:txBody>
      </p:sp>
    </p:spTree>
  </p:cSld>
  <p:clrMapOvr>
    <a:masterClrMapping/>
  </p:clrMapOvr>
  <p:transition spd="med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Marcador de número de diapositiva 1"/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F1BAC02-0CD2-49B9-8DEA-640098BE92B7}" type="slidenum">
              <a:rPr lang="en-US" altLang="es-ES" smtClean="0"/>
              <a:pPr/>
              <a:t>18</a:t>
            </a:fld>
            <a:endParaRPr lang="en-US" altLang="es-ES"/>
          </a:p>
        </p:txBody>
      </p:sp>
    </p:spTree>
  </p:cSld>
  <p:clrMapOvr>
    <a:masterClrMapping/>
  </p:clrMapOvr>
  <p:transition spd="med" advClick="0" advTm="20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5C45C5-29BF-42A8-BD88-509923B5CD65}" type="slidenum">
              <a:rPr lang="en-US" altLang="es-ES" sz="1900" smtClean="0">
                <a:solidFill>
                  <a:schemeClr val="bg1"/>
                </a:solidFill>
                <a:latin typeface="Roboto Regular" charset="0"/>
                <a:cs typeface="Roboto Regular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s-ES" sz="1900">
              <a:solidFill>
                <a:schemeClr val="bg1"/>
              </a:solidFill>
              <a:latin typeface="Roboto Regular" charset="0"/>
              <a:cs typeface="Roboto Regular" charset="0"/>
            </a:endParaRPr>
          </a:p>
        </p:txBody>
      </p:sp>
      <p:pic>
        <p:nvPicPr>
          <p:cNvPr id="89091" name="Chart 2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817013" cy="1179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347913" y="809625"/>
            <a:ext cx="20394612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6700">
                <a:solidFill>
                  <a:srgbClr val="D53044"/>
                </a:solidFill>
                <a:latin typeface="Roboto Black" charset="0"/>
                <a:cs typeface="Roboto Black" charset="0"/>
              </a:rPr>
              <a:t>GRÁFICA DE LÍNEAS DE TIEMPO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903413" y="1039813"/>
            <a:ext cx="200025" cy="1204912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chemeClr val="accent1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324100" y="1808163"/>
            <a:ext cx="2039620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2900">
                <a:latin typeface="Roboto Regular" charset="0"/>
                <a:cs typeface="Roboto Regular" charset="0"/>
              </a:rPr>
              <a:t>PARA PRESENTAR DATOS Y RESULTADOS POR SERVICIOS O CATEGORÍAS EN UNA LÍNEA TEMPORAL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2900">
                <a:latin typeface="Roboto Regular" charset="0"/>
                <a:cs typeface="Roboto Regular" charset="0"/>
              </a:rPr>
              <a:t> </a:t>
            </a:r>
          </a:p>
        </p:txBody>
      </p:sp>
    </p:spTree>
  </p:cSld>
  <p:clrMapOvr>
    <a:masterClrMapping/>
  </p:clrMapOvr>
  <p:transition spd="med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AutoShape 81"/>
          <p:cNvSpPr>
            <a:spLocks/>
          </p:cNvSpPr>
          <p:nvPr/>
        </p:nvSpPr>
        <p:spPr bwMode="auto">
          <a:xfrm>
            <a:off x="9355138" y="10344150"/>
            <a:ext cx="600075" cy="43815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10782" y="15633"/>
                </a:moveTo>
                <a:cubicBezTo>
                  <a:pt x="11211" y="15633"/>
                  <a:pt x="11622" y="15565"/>
                  <a:pt x="12011" y="15416"/>
                </a:cubicBezTo>
                <a:cubicBezTo>
                  <a:pt x="12403" y="15272"/>
                  <a:pt x="12778" y="15084"/>
                  <a:pt x="13138" y="14855"/>
                </a:cubicBezTo>
                <a:cubicBezTo>
                  <a:pt x="13498" y="14626"/>
                  <a:pt x="13845" y="14361"/>
                  <a:pt x="14181" y="14073"/>
                </a:cubicBezTo>
                <a:cubicBezTo>
                  <a:pt x="14516" y="13774"/>
                  <a:pt x="14844" y="13471"/>
                  <a:pt x="15168" y="13160"/>
                </a:cubicBezTo>
                <a:cubicBezTo>
                  <a:pt x="16142" y="12226"/>
                  <a:pt x="17126" y="11306"/>
                  <a:pt x="18120" y="10410"/>
                </a:cubicBezTo>
                <a:cubicBezTo>
                  <a:pt x="19112" y="9515"/>
                  <a:pt x="20113" y="8616"/>
                  <a:pt x="21120" y="7714"/>
                </a:cubicBezTo>
                <a:cubicBezTo>
                  <a:pt x="21198" y="7640"/>
                  <a:pt x="21279" y="7570"/>
                  <a:pt x="21360" y="7496"/>
                </a:cubicBezTo>
                <a:cubicBezTo>
                  <a:pt x="21443" y="7429"/>
                  <a:pt x="21524" y="7347"/>
                  <a:pt x="21599" y="7250"/>
                </a:cubicBezTo>
                <a:lnTo>
                  <a:pt x="21599" y="19981"/>
                </a:lnTo>
                <a:cubicBezTo>
                  <a:pt x="21599" y="20416"/>
                  <a:pt x="21470" y="20800"/>
                  <a:pt x="21208" y="21118"/>
                </a:cubicBezTo>
                <a:cubicBezTo>
                  <a:pt x="20946" y="21438"/>
                  <a:pt x="20632" y="21599"/>
                  <a:pt x="20265" y="21599"/>
                </a:cubicBezTo>
                <a:lnTo>
                  <a:pt x="1346" y="21599"/>
                </a:lnTo>
                <a:cubicBezTo>
                  <a:pt x="979" y="21599"/>
                  <a:pt x="663" y="21438"/>
                  <a:pt x="396" y="21118"/>
                </a:cubicBezTo>
                <a:cubicBezTo>
                  <a:pt x="132" y="20803"/>
                  <a:pt x="0" y="20419"/>
                  <a:pt x="0" y="19981"/>
                </a:cubicBezTo>
                <a:lnTo>
                  <a:pt x="0" y="7250"/>
                </a:lnTo>
                <a:cubicBezTo>
                  <a:pt x="75" y="7347"/>
                  <a:pt x="156" y="7429"/>
                  <a:pt x="239" y="7496"/>
                </a:cubicBezTo>
                <a:cubicBezTo>
                  <a:pt x="320" y="7570"/>
                  <a:pt x="401" y="7640"/>
                  <a:pt x="479" y="7714"/>
                </a:cubicBezTo>
                <a:cubicBezTo>
                  <a:pt x="1488" y="8616"/>
                  <a:pt x="2487" y="9514"/>
                  <a:pt x="3481" y="10410"/>
                </a:cubicBezTo>
                <a:cubicBezTo>
                  <a:pt x="4473" y="11306"/>
                  <a:pt x="5457" y="12223"/>
                  <a:pt x="6434" y="13160"/>
                </a:cubicBezTo>
                <a:cubicBezTo>
                  <a:pt x="6738" y="13454"/>
                  <a:pt x="7058" y="13744"/>
                  <a:pt x="7394" y="14038"/>
                </a:cubicBezTo>
                <a:cubicBezTo>
                  <a:pt x="7729" y="14338"/>
                  <a:pt x="8079" y="14599"/>
                  <a:pt x="8437" y="14840"/>
                </a:cubicBezTo>
                <a:cubicBezTo>
                  <a:pt x="8797" y="15075"/>
                  <a:pt x="9174" y="15269"/>
                  <a:pt x="9568" y="15413"/>
                </a:cubicBezTo>
                <a:cubicBezTo>
                  <a:pt x="9965" y="15563"/>
                  <a:pt x="10371" y="15633"/>
                  <a:pt x="10782" y="15633"/>
                </a:cubicBezTo>
                <a:moveTo>
                  <a:pt x="10782" y="12413"/>
                </a:moveTo>
                <a:cubicBezTo>
                  <a:pt x="10540" y="12413"/>
                  <a:pt x="10278" y="12334"/>
                  <a:pt x="9996" y="12167"/>
                </a:cubicBezTo>
                <a:cubicBezTo>
                  <a:pt x="9715" y="12005"/>
                  <a:pt x="9441" y="11806"/>
                  <a:pt x="9171" y="11576"/>
                </a:cubicBezTo>
                <a:cubicBezTo>
                  <a:pt x="8900" y="11347"/>
                  <a:pt x="8638" y="11106"/>
                  <a:pt x="8380" y="10854"/>
                </a:cubicBezTo>
                <a:cubicBezTo>
                  <a:pt x="8121" y="10601"/>
                  <a:pt x="7896" y="10390"/>
                  <a:pt x="7700" y="10222"/>
                </a:cubicBezTo>
                <a:cubicBezTo>
                  <a:pt x="6752" y="9356"/>
                  <a:pt x="5819" y="8507"/>
                  <a:pt x="4891" y="7664"/>
                </a:cubicBezTo>
                <a:cubicBezTo>
                  <a:pt x="3966" y="6815"/>
                  <a:pt x="3023" y="5960"/>
                  <a:pt x="2061" y="5087"/>
                </a:cubicBezTo>
                <a:cubicBezTo>
                  <a:pt x="1882" y="4920"/>
                  <a:pt x="1672" y="4691"/>
                  <a:pt x="1434" y="4406"/>
                </a:cubicBezTo>
                <a:cubicBezTo>
                  <a:pt x="1194" y="4118"/>
                  <a:pt x="974" y="3804"/>
                  <a:pt x="766" y="3460"/>
                </a:cubicBezTo>
                <a:cubicBezTo>
                  <a:pt x="560" y="3110"/>
                  <a:pt x="384" y="2761"/>
                  <a:pt x="239" y="2405"/>
                </a:cubicBezTo>
                <a:cubicBezTo>
                  <a:pt x="95" y="2050"/>
                  <a:pt x="22" y="1724"/>
                  <a:pt x="22" y="1436"/>
                </a:cubicBezTo>
                <a:cubicBezTo>
                  <a:pt x="22" y="1051"/>
                  <a:pt x="164" y="713"/>
                  <a:pt x="443" y="425"/>
                </a:cubicBezTo>
                <a:cubicBezTo>
                  <a:pt x="727" y="143"/>
                  <a:pt x="1025" y="0"/>
                  <a:pt x="1346" y="0"/>
                </a:cubicBezTo>
                <a:lnTo>
                  <a:pt x="20265" y="0"/>
                </a:lnTo>
                <a:cubicBezTo>
                  <a:pt x="20583" y="0"/>
                  <a:pt x="20882" y="143"/>
                  <a:pt x="21161" y="425"/>
                </a:cubicBezTo>
                <a:cubicBezTo>
                  <a:pt x="21438" y="713"/>
                  <a:pt x="21577" y="1051"/>
                  <a:pt x="21577" y="1436"/>
                </a:cubicBezTo>
                <a:cubicBezTo>
                  <a:pt x="21577" y="1724"/>
                  <a:pt x="21504" y="2050"/>
                  <a:pt x="21360" y="2405"/>
                </a:cubicBezTo>
                <a:cubicBezTo>
                  <a:pt x="21215" y="2761"/>
                  <a:pt x="21039" y="3110"/>
                  <a:pt x="20833" y="3460"/>
                </a:cubicBezTo>
                <a:cubicBezTo>
                  <a:pt x="20627" y="3804"/>
                  <a:pt x="20402" y="4121"/>
                  <a:pt x="20165" y="4406"/>
                </a:cubicBezTo>
                <a:cubicBezTo>
                  <a:pt x="19927" y="4691"/>
                  <a:pt x="19717" y="4923"/>
                  <a:pt x="19538" y="5087"/>
                </a:cubicBezTo>
                <a:cubicBezTo>
                  <a:pt x="18578" y="5948"/>
                  <a:pt x="17633" y="6803"/>
                  <a:pt x="16708" y="7652"/>
                </a:cubicBezTo>
                <a:cubicBezTo>
                  <a:pt x="15782" y="8501"/>
                  <a:pt x="14844" y="9356"/>
                  <a:pt x="13899" y="10222"/>
                </a:cubicBezTo>
                <a:cubicBezTo>
                  <a:pt x="13703" y="10390"/>
                  <a:pt x="13481" y="10601"/>
                  <a:pt x="13226" y="10854"/>
                </a:cubicBezTo>
                <a:cubicBezTo>
                  <a:pt x="12971" y="11106"/>
                  <a:pt x="12709" y="11347"/>
                  <a:pt x="12435" y="11576"/>
                </a:cubicBezTo>
                <a:cubicBezTo>
                  <a:pt x="12161" y="11806"/>
                  <a:pt x="11884" y="12005"/>
                  <a:pt x="11603" y="12167"/>
                </a:cubicBezTo>
                <a:cubicBezTo>
                  <a:pt x="11321" y="12334"/>
                  <a:pt x="11064" y="12413"/>
                  <a:pt x="10829" y="12413"/>
                </a:cubicBezTo>
                <a:lnTo>
                  <a:pt x="10804" y="12413"/>
                </a:lnTo>
                <a:lnTo>
                  <a:pt x="10782" y="12413"/>
                </a:lnTo>
                <a:close/>
              </a:path>
            </a:pathLst>
          </a:custGeom>
          <a:solidFill>
            <a:srgbClr val="D53044"/>
          </a:solidFill>
          <a:ln>
            <a:noFill/>
          </a:ln>
          <a:effectLst/>
        </p:spPr>
        <p:txBody>
          <a:bodyPr lIns="38086" tIns="38086" rIns="38086" bIns="38086" anchor="ctr"/>
          <a:lstStyle>
            <a:lvl1pPr defTabSz="341313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defTabSz="341313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endParaRPr lang="es-ES" altLang="es-ES" sz="2100">
              <a:solidFill>
                <a:srgbClr val="44CEB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Gill Sans" charset="0"/>
              <a:cs typeface="Gill Sans" charset="0"/>
              <a:sym typeface="Gill Sans" charset="0"/>
            </a:endParaRPr>
          </a:p>
        </p:txBody>
      </p: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9955213" y="10239375"/>
            <a:ext cx="4475162" cy="2070100"/>
            <a:chOff x="780476" y="2992186"/>
            <a:chExt cx="1677562" cy="776133"/>
          </a:xfrm>
        </p:grpSpPr>
        <p:sp>
          <p:nvSpPr>
            <p:cNvPr id="41992" name="TextBox 47"/>
            <p:cNvSpPr txBox="1">
              <a:spLocks noChangeArrowheads="1"/>
            </p:cNvSpPr>
            <p:nvPr/>
          </p:nvSpPr>
          <p:spPr bwMode="auto">
            <a:xfrm>
              <a:off x="857838" y="2992186"/>
              <a:ext cx="1600200" cy="242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0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36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2pPr>
              <a:lvl3pPr>
                <a:spcBef>
                  <a:spcPct val="20000"/>
                </a:spcBef>
                <a:buFont typeface="Arial" panose="020B0604020202020204" pitchFamily="34" charset="0"/>
                <a:buChar char="•"/>
                <a:defRPr sz="2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3pPr>
              <a:lvl4pPr>
                <a:spcBef>
                  <a:spcPct val="20000"/>
                </a:spcBef>
                <a:buFont typeface="Arial" panose="020B0604020202020204" pitchFamily="34" charset="0"/>
                <a:buChar char="–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4pPr>
              <a:lvl5pPr>
                <a:spcBef>
                  <a:spcPct val="20000"/>
                </a:spcBef>
                <a:buFont typeface="Arial" panose="020B0604020202020204" pitchFamily="34" charset="0"/>
                <a:buChar char="»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5pPr>
              <a:lvl6pPr marL="5330825" indent="-3046413" defTabSz="1217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6pPr>
              <a:lvl7pPr marL="5788025" indent="-3046413" defTabSz="1217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7pPr>
              <a:lvl8pPr marL="6245225" indent="-3046413" defTabSz="1217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8pPr>
              <a:lvl9pPr marL="6702425" indent="-3046413" defTabSz="1217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s-ES" sz="3600"/>
                <a:t>Correo / Web</a:t>
              </a:r>
            </a:p>
          </p:txBody>
        </p:sp>
        <p:sp>
          <p:nvSpPr>
            <p:cNvPr id="41993" name="TextBox 61"/>
            <p:cNvSpPr txBox="1">
              <a:spLocks noChangeArrowheads="1"/>
            </p:cNvSpPr>
            <p:nvPr/>
          </p:nvSpPr>
          <p:spPr bwMode="auto">
            <a:xfrm>
              <a:off x="780476" y="3249526"/>
              <a:ext cx="1600200" cy="518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40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1pPr>
              <a:lvl2pPr marL="37931725" indent="-37474525">
                <a:spcBef>
                  <a:spcPct val="20000"/>
                </a:spcBef>
                <a:buFont typeface="Arial" panose="020B0604020202020204" pitchFamily="34" charset="0"/>
                <a:buChar char="–"/>
                <a:defRPr sz="36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2pPr>
              <a:lvl3pPr>
                <a:spcBef>
                  <a:spcPct val="20000"/>
                </a:spcBef>
                <a:buFont typeface="Arial" panose="020B0604020202020204" pitchFamily="34" charset="0"/>
                <a:buChar char="•"/>
                <a:defRPr sz="2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3pPr>
              <a:lvl4pPr>
                <a:spcBef>
                  <a:spcPct val="20000"/>
                </a:spcBef>
                <a:buFont typeface="Arial" panose="020B0604020202020204" pitchFamily="34" charset="0"/>
                <a:buChar char="–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4pPr>
              <a:lvl5pPr>
                <a:spcBef>
                  <a:spcPct val="20000"/>
                </a:spcBef>
                <a:buFont typeface="Arial" panose="020B0604020202020204" pitchFamily="34" charset="0"/>
                <a:buChar char="»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5pPr>
              <a:lvl6pPr marL="5330825" indent="-3046413" defTabSz="1217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6pPr>
              <a:lvl7pPr marL="5788025" indent="-3046413" defTabSz="1217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7pPr>
              <a:lvl8pPr marL="6245225" indent="-3046413" defTabSz="1217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8pPr>
              <a:lvl9pPr marL="6702425" indent="-3046413" defTabSz="1217613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1900">
                  <a:solidFill>
                    <a:schemeClr val="tx1"/>
                  </a:solidFill>
                  <a:latin typeface="Roboto Light" charset="0"/>
                  <a:ea typeface="ＭＳ Ｐゴシック" panose="020B0600070205080204" pitchFamily="34" charset="-128"/>
                  <a:cs typeface="Roboto Light" charset="0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es-ES" sz="2400"/>
                <a:t>sergioaguilera@correo.ugr.es</a:t>
              </a:r>
            </a:p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es-ES" sz="2400">
                  <a:hlinkClick r:id="rId2"/>
                </a:rPr>
                <a:t>Github</a:t>
              </a:r>
              <a:endParaRPr lang="en-US" altLang="es-ES" sz="2400"/>
            </a:p>
          </p:txBody>
        </p:sp>
      </p:grp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5989638" y="1809750"/>
            <a:ext cx="1317625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 marL="37931725" indent="-37474525"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s-ES" sz="6700">
                <a:solidFill>
                  <a:srgbClr val="D53044"/>
                </a:solidFill>
                <a:latin typeface="Roboto Black" charset="0"/>
                <a:cs typeface="Roboto Black" charset="0"/>
              </a:rPr>
              <a:t>GRACIAS POR SU ATENCIÓN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5588000" y="1728788"/>
            <a:ext cx="200025" cy="1204912"/>
          </a:xfrm>
          <a:prstGeom prst="rect">
            <a:avLst/>
          </a:prstGeom>
          <a:solidFill>
            <a:srgbClr val="3A3B39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lIns="91408" tIns="45703" rIns="91408" bIns="45703" anchor="ctr"/>
          <a:lstStyle>
            <a:lvl1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s-ES_tradnl" altLang="es-ES">
              <a:solidFill>
                <a:schemeClr val="accent1"/>
              </a:solidFill>
            </a:endParaRPr>
          </a:p>
        </p:txBody>
      </p:sp>
      <p:sp>
        <p:nvSpPr>
          <p:cNvPr id="41990" name="TextBox 31"/>
          <p:cNvSpPr txBox="1">
            <a:spLocks noChangeArrowheads="1"/>
          </p:cNvSpPr>
          <p:nvPr/>
        </p:nvSpPr>
        <p:spPr bwMode="auto">
          <a:xfrm>
            <a:off x="9344025" y="8089900"/>
            <a:ext cx="44815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8" tIns="45703" rIns="91408" bIns="45703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36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2pPr>
            <a:lvl3pPr>
              <a:spcBef>
                <a:spcPct val="20000"/>
              </a:spcBef>
              <a:buFont typeface="Arial" panose="020B0604020202020204" pitchFamily="34" charset="0"/>
              <a:buChar char="•"/>
              <a:defRPr sz="2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3pPr>
            <a:lvl4pPr>
              <a:spcBef>
                <a:spcPct val="20000"/>
              </a:spcBef>
              <a:buFont typeface="Arial" panose="020B0604020202020204" pitchFamily="34" charset="0"/>
              <a:buChar char="–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4pPr>
            <a:lvl5pPr>
              <a:spcBef>
                <a:spcPct val="20000"/>
              </a:spcBef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5pPr>
            <a:lvl6pPr marL="53308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6pPr>
            <a:lvl7pPr marL="57880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7pPr>
            <a:lvl8pPr marL="62452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8pPr>
            <a:lvl9pPr marL="6702425" indent="-3046413" defTabSz="12176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>
                <a:solidFill>
                  <a:schemeClr val="tx1"/>
                </a:solidFill>
                <a:latin typeface="Roboto Light" charset="0"/>
                <a:ea typeface="ＭＳ Ｐゴシック" panose="020B0600070205080204" pitchFamily="34" charset="-128"/>
                <a:cs typeface="Roboto Light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s-ES" sz="2400" b="1">
                <a:solidFill>
                  <a:srgbClr val="D53044"/>
                </a:solidFill>
                <a:latin typeface="Roboto Regular" charset="0"/>
                <a:cs typeface="Roboto Regular" charset="0"/>
              </a:rPr>
              <a:t>SERGIO AGUILERA RAMÍREZ</a:t>
            </a:r>
            <a:endParaRPr lang="en-US" altLang="es-ES" sz="2400">
              <a:solidFill>
                <a:srgbClr val="3E4143"/>
              </a:solidFill>
              <a:latin typeface="Roboto Regular" charset="0"/>
              <a:cs typeface="Roboto Regular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2380" y="3560761"/>
            <a:ext cx="2846198" cy="44046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med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Alizarin Light">
      <a:dk1>
        <a:srgbClr val="737572"/>
      </a:dk1>
      <a:lt1>
        <a:sysClr val="window" lastClr="FFFFFF"/>
      </a:lt1>
      <a:dk2>
        <a:srgbClr val="DB342D"/>
      </a:dk2>
      <a:lt2>
        <a:srgbClr val="FFFFFF"/>
      </a:lt2>
      <a:accent1>
        <a:srgbClr val="DB342D"/>
      </a:accent1>
      <a:accent2>
        <a:srgbClr val="7C8185"/>
      </a:accent2>
      <a:accent3>
        <a:srgbClr val="DB342D"/>
      </a:accent3>
      <a:accent4>
        <a:srgbClr val="7C8185"/>
      </a:accent4>
      <a:accent5>
        <a:srgbClr val="DB342D"/>
      </a:accent5>
      <a:accent6>
        <a:srgbClr val="7C8185"/>
      </a:accent6>
      <a:hlink>
        <a:srgbClr val="DB342D"/>
      </a:hlink>
      <a:folHlink>
        <a:srgbClr val="FF604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BAAAA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5497</TotalTime>
  <Words>237</Words>
  <Application>Microsoft Office PowerPoint</Application>
  <PresentationFormat>Personalizado</PresentationFormat>
  <Paragraphs>79</Paragraphs>
  <Slides>20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Arial</vt:lpstr>
      <vt:lpstr>Calibri</vt:lpstr>
      <vt:lpstr>Gill Sans</vt:lpstr>
      <vt:lpstr>Roboto Black</vt:lpstr>
      <vt:lpstr>Roboto Light</vt:lpstr>
      <vt:lpstr>Roboto Medium</vt:lpstr>
      <vt:lpstr>Roboto Regular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>Oficina de Gestión de la Comunicación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presentación corporativa UGR</dc:title>
  <dc:subject/>
  <dc:creator>Ángel Rodríguez Valverde</dc:creator>
  <cp:keywords/>
  <dc:description/>
  <cp:lastModifiedBy>Sergio</cp:lastModifiedBy>
  <cp:revision>775</cp:revision>
  <dcterms:created xsi:type="dcterms:W3CDTF">2017-04-03T07:16:45Z</dcterms:created>
  <dcterms:modified xsi:type="dcterms:W3CDTF">2025-08-27T16:50:41Z</dcterms:modified>
  <cp:category/>
</cp:coreProperties>
</file>